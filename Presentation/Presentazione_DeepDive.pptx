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nton Italics" charset="1" panose="00000500000000000000"/>
      <p:regular r:id="rId17"/>
    </p:embeddedFont>
    <p:embeddedFont>
      <p:font typeface="Poppins" charset="1" panose="00000500000000000000"/>
      <p:regular r:id="rId18"/>
    </p:embeddedFont>
    <p:embeddedFont>
      <p:font typeface="Poppins Bold" charset="1" panose="00000800000000000000"/>
      <p:regular r:id="rId19"/>
    </p:embeddedFont>
    <p:embeddedFont>
      <p:font typeface="Gliker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jpe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jpe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2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jpeg" Type="http://schemas.openxmlformats.org/officeDocument/2006/relationships/image"/><Relationship Id="rId11" Target="../media/image25.png" Type="http://schemas.openxmlformats.org/officeDocument/2006/relationships/image"/><Relationship Id="rId12" Target="../media/image26.svg" Type="http://schemas.openxmlformats.org/officeDocument/2006/relationships/image"/><Relationship Id="rId13" Target="../media/image27.png" Type="http://schemas.openxmlformats.org/officeDocument/2006/relationships/image"/><Relationship Id="rId14" Target="../media/image28.svg" Type="http://schemas.openxmlformats.org/officeDocument/2006/relationships/image"/><Relationship Id="rId15" Target="../media/image9.png" Type="http://schemas.openxmlformats.org/officeDocument/2006/relationships/image"/><Relationship Id="rId16" Target="../media/image10.svg" Type="http://schemas.openxmlformats.org/officeDocument/2006/relationships/image"/><Relationship Id="rId17" Target="../media/image11.png" Type="http://schemas.openxmlformats.org/officeDocument/2006/relationships/image"/><Relationship Id="rId18" Target="../media/image12.svg" Type="http://schemas.openxmlformats.org/officeDocument/2006/relationships/image"/><Relationship Id="rId2" Target="../media/image16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21.png" Type="http://schemas.openxmlformats.org/officeDocument/2006/relationships/image"/><Relationship Id="rId8" Target="../media/image22.svg" Type="http://schemas.openxmlformats.org/officeDocument/2006/relationships/image"/><Relationship Id="rId9" Target="../media/image2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0.pn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31.png" Type="http://schemas.openxmlformats.org/officeDocument/2006/relationships/image"/><Relationship Id="rId16" Target="../media/image32.png" Type="http://schemas.openxmlformats.org/officeDocument/2006/relationships/image"/><Relationship Id="rId2" Target="../media/image16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29.jpe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svg" Type="http://schemas.openxmlformats.org/officeDocument/2006/relationships/image"/><Relationship Id="rId11" Target="../media/image11.png" Type="http://schemas.openxmlformats.org/officeDocument/2006/relationships/image"/><Relationship Id="rId12" Target="../media/image12.svg" Type="http://schemas.openxmlformats.org/officeDocument/2006/relationships/image"/><Relationship Id="rId13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3.pn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34.png" Type="http://schemas.openxmlformats.org/officeDocument/2006/relationships/image"/><Relationship Id="rId16" Target="../media/image35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29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9.png" Type="http://schemas.openxmlformats.org/officeDocument/2006/relationships/image"/><Relationship Id="rId12" Target="../media/image10.svg" Type="http://schemas.openxmlformats.org/officeDocument/2006/relationships/image"/><Relationship Id="rId13" Target="../media/image11.png" Type="http://schemas.openxmlformats.org/officeDocument/2006/relationships/image"/><Relationship Id="rId14" Target="../media/image12.svg" Type="http://schemas.openxmlformats.org/officeDocument/2006/relationships/image"/><Relationship Id="rId15" Target="../media/image38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3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svg" Type="http://schemas.openxmlformats.org/officeDocument/2006/relationships/image"/><Relationship Id="rId11" Target="../media/image41.png" Type="http://schemas.openxmlformats.org/officeDocument/2006/relationships/image"/><Relationship Id="rId12" Target="../media/image42.svg" Type="http://schemas.openxmlformats.org/officeDocument/2006/relationships/image"/><Relationship Id="rId13" Target="../media/image43.png" Type="http://schemas.openxmlformats.org/officeDocument/2006/relationships/image"/><Relationship Id="rId14" Target="../media/image44.svg" Type="http://schemas.openxmlformats.org/officeDocument/2006/relationships/image"/><Relationship Id="rId15" Target="../media/image45.png" Type="http://schemas.openxmlformats.org/officeDocument/2006/relationships/image"/><Relationship Id="rId16" Target="../media/image46.svg" Type="http://schemas.openxmlformats.org/officeDocument/2006/relationships/image"/><Relationship Id="rId17" Target="../media/image47.jpeg" Type="http://schemas.openxmlformats.org/officeDocument/2006/relationships/image"/><Relationship Id="rId18" Target="../media/image9.png" Type="http://schemas.openxmlformats.org/officeDocument/2006/relationships/image"/><Relationship Id="rId19" Target="../media/image10.svg" Type="http://schemas.openxmlformats.org/officeDocument/2006/relationships/image"/><Relationship Id="rId2" Target="../media/image1.png" Type="http://schemas.openxmlformats.org/officeDocument/2006/relationships/image"/><Relationship Id="rId20" Target="../media/image11.png" Type="http://schemas.openxmlformats.org/officeDocument/2006/relationships/image"/><Relationship Id="rId21" Target="../media/image12.svg" Type="http://schemas.openxmlformats.org/officeDocument/2006/relationships/image"/><Relationship Id="rId22" Target="../media/image48.jpeg" Type="http://schemas.openxmlformats.org/officeDocument/2006/relationships/image"/><Relationship Id="rId23" Target="../media/image3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gif" Type="http://schemas.openxmlformats.org/officeDocument/2006/relationships/image"/><Relationship Id="rId11" Target="../media/image50.png" Type="http://schemas.openxmlformats.org/officeDocument/2006/relationships/image"/><Relationship Id="rId12" Target="../media/image51.png" Type="http://schemas.openxmlformats.org/officeDocument/2006/relationships/image"/><Relationship Id="rId13" Target="../media/image5.png" Type="http://schemas.openxmlformats.org/officeDocument/2006/relationships/image"/><Relationship Id="rId14" Target="../media/image6.svg" Type="http://schemas.openxmlformats.org/officeDocument/2006/relationships/image"/><Relationship Id="rId15" Target="../media/image52.png" Type="http://schemas.openxmlformats.org/officeDocument/2006/relationships/image"/><Relationship Id="rId16" Target="../media/image5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84883" y="2845938"/>
            <a:ext cx="14918234" cy="243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72"/>
              </a:lnSpc>
            </a:pPr>
            <a:r>
              <a:rPr lang="en-US" sz="19023" i="true">
                <a:solidFill>
                  <a:srgbClr val="5170FF">
                    <a:alpha val="94902"/>
                  </a:srgbClr>
                </a:solidFill>
                <a:latin typeface="Anton Italics"/>
                <a:ea typeface="Anton Italics"/>
                <a:cs typeface="Anton Italics"/>
                <a:sym typeface="Anton Italics"/>
              </a:rPr>
              <a:t>DEEPDIVE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-2278221" y="789564"/>
            <a:ext cx="5323538" cy="5323538"/>
          </a:xfrm>
          <a:custGeom>
            <a:avLst/>
            <a:gdLst/>
            <a:ahLst/>
            <a:cxnLst/>
            <a:rect r="r" b="b" t="t" l="l"/>
            <a:pathLst>
              <a:path h="5323538" w="5323538">
                <a:moveTo>
                  <a:pt x="0" y="0"/>
                </a:moveTo>
                <a:lnTo>
                  <a:pt x="5323537" y="0"/>
                </a:lnTo>
                <a:lnTo>
                  <a:pt x="5323537" y="5323538"/>
                </a:lnTo>
                <a:lnTo>
                  <a:pt x="0" y="532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449032" y="4009715"/>
            <a:ext cx="14307683" cy="14307683"/>
          </a:xfrm>
          <a:custGeom>
            <a:avLst/>
            <a:gdLst/>
            <a:ahLst/>
            <a:cxnLst/>
            <a:rect r="r" b="b" t="t" l="l"/>
            <a:pathLst>
              <a:path h="14307683" w="14307683">
                <a:moveTo>
                  <a:pt x="0" y="0"/>
                </a:moveTo>
                <a:lnTo>
                  <a:pt x="14307683" y="0"/>
                </a:lnTo>
                <a:lnTo>
                  <a:pt x="14307683" y="14307683"/>
                </a:lnTo>
                <a:lnTo>
                  <a:pt x="0" y="14307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84883" y="5602818"/>
            <a:ext cx="14918234" cy="243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72"/>
              </a:lnSpc>
            </a:pPr>
            <a:r>
              <a:rPr lang="en-US" sz="19023" i="true">
                <a:solidFill>
                  <a:srgbClr val="FFFFFF">
                    <a:alpha val="94902"/>
                  </a:srgbClr>
                </a:solidFill>
                <a:latin typeface="Anton Italics"/>
                <a:ea typeface="Anton Italics"/>
                <a:cs typeface="Anton Italics"/>
                <a:sym typeface="Anton Italics"/>
              </a:rPr>
              <a:t>DEEPDIVE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449749" y="2706036"/>
            <a:ext cx="8215625" cy="8183595"/>
          </a:xfrm>
          <a:custGeom>
            <a:avLst/>
            <a:gdLst/>
            <a:ahLst/>
            <a:cxnLst/>
            <a:rect r="r" b="b" t="t" l="l"/>
            <a:pathLst>
              <a:path h="8183595" w="8215625">
                <a:moveTo>
                  <a:pt x="0" y="0"/>
                </a:moveTo>
                <a:lnTo>
                  <a:pt x="8215625" y="0"/>
                </a:lnTo>
                <a:lnTo>
                  <a:pt x="8215625" y="8183595"/>
                </a:lnTo>
                <a:lnTo>
                  <a:pt x="0" y="81835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895017" y="6837002"/>
            <a:ext cx="9851806" cy="5757140"/>
          </a:xfrm>
          <a:custGeom>
            <a:avLst/>
            <a:gdLst/>
            <a:ahLst/>
            <a:cxnLst/>
            <a:rect r="r" b="b" t="t" l="l"/>
            <a:pathLst>
              <a:path h="5757140" w="9851806">
                <a:moveTo>
                  <a:pt x="0" y="0"/>
                </a:moveTo>
                <a:lnTo>
                  <a:pt x="9851805" y="0"/>
                </a:lnTo>
                <a:lnTo>
                  <a:pt x="9851805" y="5757140"/>
                </a:lnTo>
                <a:lnTo>
                  <a:pt x="0" y="575714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084" t="-92732" r="-3328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564668" y="5165399"/>
            <a:ext cx="20027401" cy="5152259"/>
          </a:xfrm>
          <a:custGeom>
            <a:avLst/>
            <a:gdLst/>
            <a:ahLst/>
            <a:cxnLst/>
            <a:rect r="r" b="b" t="t" l="l"/>
            <a:pathLst>
              <a:path h="5152259" w="20027401">
                <a:moveTo>
                  <a:pt x="0" y="0"/>
                </a:moveTo>
                <a:lnTo>
                  <a:pt x="20027401" y="0"/>
                </a:lnTo>
                <a:lnTo>
                  <a:pt x="20027401" y="5152258"/>
                </a:lnTo>
                <a:lnTo>
                  <a:pt x="0" y="5152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119217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0" y="1349894"/>
            <a:ext cx="18288000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16612399" y="8988449"/>
            <a:ext cx="656426" cy="656426"/>
          </a:xfrm>
          <a:custGeom>
            <a:avLst/>
            <a:gdLst/>
            <a:ahLst/>
            <a:cxnLst/>
            <a:rect r="r" b="b" t="t" l="l"/>
            <a:pathLst>
              <a:path h="656426" w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3797501" y="9316662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11469" y="4289693"/>
            <a:ext cx="160330" cy="160330"/>
            <a:chOff x="0" y="0"/>
            <a:chExt cx="313109" cy="3131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4604010"/>
            <a:ext cx="325867" cy="325867"/>
            <a:chOff x="0" y="0"/>
            <a:chExt cx="636389" cy="6363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6389" cy="636389"/>
            </a:xfrm>
            <a:custGeom>
              <a:avLst/>
              <a:gdLst/>
              <a:ahLst/>
              <a:cxnLst/>
              <a:rect r="r" b="b" t="t" l="l"/>
              <a:pathLst>
                <a:path h="636389" w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gradFill>
                <a:gsLst>
                  <a:gs pos="0">
                    <a:srgbClr val="000E8D">
                      <a:alpha val="100000"/>
                    </a:srgbClr>
                  </a:gs>
                  <a:gs pos="100000">
                    <a:srgbClr val="000A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11469" y="4686779"/>
            <a:ext cx="160330" cy="160330"/>
            <a:chOff x="0" y="0"/>
            <a:chExt cx="313109" cy="3131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11469" y="5085234"/>
            <a:ext cx="160330" cy="160330"/>
            <a:chOff x="0" y="0"/>
            <a:chExt cx="313109" cy="31310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11469" y="5482320"/>
            <a:ext cx="160330" cy="160330"/>
            <a:chOff x="0" y="0"/>
            <a:chExt cx="313109" cy="31310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>
            <a:off x="5425402" y="921269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8579857" y="430789"/>
            <a:ext cx="112828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536689" y="430806"/>
            <a:ext cx="153737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128069" y="430806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28700" y="449839"/>
            <a:ext cx="276880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DEEPDIVE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9711" y="9108716"/>
            <a:ext cx="2634387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513723" y="4299218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b="true" sz="200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513723" y="5006910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513723" y="5709017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045316" y="2029963"/>
            <a:ext cx="1219736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 spc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sp>
        <p:nvSpPr>
          <p:cNvPr name="AutoShape 37" id="37"/>
          <p:cNvSpPr/>
          <p:nvPr/>
        </p:nvSpPr>
        <p:spPr>
          <a:xfrm>
            <a:off x="16316587" y="4702110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16482520" y="396138"/>
            <a:ext cx="897134" cy="632562"/>
            <a:chOff x="0" y="0"/>
            <a:chExt cx="1196178" cy="84341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38741"/>
              <a:ext cx="874910" cy="569487"/>
            </a:xfrm>
            <a:custGeom>
              <a:avLst/>
              <a:gdLst/>
              <a:ahLst/>
              <a:cxnLst/>
              <a:rect r="r" b="b" t="t" l="l"/>
              <a:pathLst>
                <a:path h="569487" w="874910">
                  <a:moveTo>
                    <a:pt x="0" y="0"/>
                  </a:moveTo>
                  <a:lnTo>
                    <a:pt x="874910" y="0"/>
                  </a:lnTo>
                  <a:lnTo>
                    <a:pt x="874910" y="569487"/>
                  </a:lnTo>
                  <a:lnTo>
                    <a:pt x="0" y="5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0" id="40"/>
            <p:cNvSpPr/>
            <p:nvPr/>
          </p:nvSpPr>
          <p:spPr>
            <a:xfrm flipH="false" flipV="false" rot="-2149470">
              <a:off x="329271" y="194080"/>
              <a:ext cx="810327" cy="455256"/>
            </a:xfrm>
            <a:custGeom>
              <a:avLst/>
              <a:gdLst/>
              <a:ahLst/>
              <a:cxnLst/>
              <a:rect r="r" b="b" t="t" l="l"/>
              <a:pathLst>
                <a:path h="455256" w="810327">
                  <a:moveTo>
                    <a:pt x="0" y="0"/>
                  </a:moveTo>
                  <a:lnTo>
                    <a:pt x="810327" y="0"/>
                  </a:lnTo>
                  <a:lnTo>
                    <a:pt x="810327" y="455256"/>
                  </a:lnTo>
                  <a:lnTo>
                    <a:pt x="0" y="45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78221" y="789564"/>
            <a:ext cx="5323538" cy="5323538"/>
          </a:xfrm>
          <a:custGeom>
            <a:avLst/>
            <a:gdLst/>
            <a:ahLst/>
            <a:cxnLst/>
            <a:rect r="r" b="b" t="t" l="l"/>
            <a:pathLst>
              <a:path h="5323538" w="5323538">
                <a:moveTo>
                  <a:pt x="0" y="0"/>
                </a:moveTo>
                <a:lnTo>
                  <a:pt x="5323537" y="0"/>
                </a:lnTo>
                <a:lnTo>
                  <a:pt x="5323537" y="5323538"/>
                </a:lnTo>
                <a:lnTo>
                  <a:pt x="0" y="532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893053" y="7932309"/>
            <a:ext cx="10495241" cy="5628838"/>
          </a:xfrm>
          <a:custGeom>
            <a:avLst/>
            <a:gdLst/>
            <a:ahLst/>
            <a:cxnLst/>
            <a:rect r="r" b="b" t="t" l="l"/>
            <a:pathLst>
              <a:path h="5628838" w="10495241">
                <a:moveTo>
                  <a:pt x="0" y="0"/>
                </a:moveTo>
                <a:lnTo>
                  <a:pt x="10495241" y="0"/>
                </a:lnTo>
                <a:lnTo>
                  <a:pt x="10495241" y="5628838"/>
                </a:lnTo>
                <a:lnTo>
                  <a:pt x="0" y="56288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64668" y="5165399"/>
            <a:ext cx="20027401" cy="5152259"/>
          </a:xfrm>
          <a:custGeom>
            <a:avLst/>
            <a:gdLst/>
            <a:ahLst/>
            <a:cxnLst/>
            <a:rect r="r" b="b" t="t" l="l"/>
            <a:pathLst>
              <a:path h="5152259" w="20027401">
                <a:moveTo>
                  <a:pt x="0" y="0"/>
                </a:moveTo>
                <a:lnTo>
                  <a:pt x="20027401" y="0"/>
                </a:lnTo>
                <a:lnTo>
                  <a:pt x="20027401" y="5152258"/>
                </a:lnTo>
                <a:lnTo>
                  <a:pt x="0" y="5152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19217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287035" y="4587508"/>
            <a:ext cx="14307683" cy="14307683"/>
          </a:xfrm>
          <a:custGeom>
            <a:avLst/>
            <a:gdLst/>
            <a:ahLst/>
            <a:cxnLst/>
            <a:rect r="r" b="b" t="t" l="l"/>
            <a:pathLst>
              <a:path h="14307683" w="14307683">
                <a:moveTo>
                  <a:pt x="0" y="0"/>
                </a:moveTo>
                <a:lnTo>
                  <a:pt x="14307683" y="0"/>
                </a:lnTo>
                <a:lnTo>
                  <a:pt x="14307683" y="14307683"/>
                </a:lnTo>
                <a:lnTo>
                  <a:pt x="0" y="14307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0" y="1349894"/>
            <a:ext cx="18288000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6602874" y="8988449"/>
            <a:ext cx="656426" cy="656426"/>
          </a:xfrm>
          <a:custGeom>
            <a:avLst/>
            <a:gdLst/>
            <a:ahLst/>
            <a:cxnLst/>
            <a:rect r="r" b="b" t="t" l="l"/>
            <a:pathLst>
              <a:path h="656426" w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3797501" y="9316662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11469" y="4289693"/>
            <a:ext cx="160330" cy="160330"/>
            <a:chOff x="0" y="0"/>
            <a:chExt cx="313109" cy="3131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4604010"/>
            <a:ext cx="325867" cy="325867"/>
            <a:chOff x="0" y="0"/>
            <a:chExt cx="636389" cy="6363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6389" cy="636389"/>
            </a:xfrm>
            <a:custGeom>
              <a:avLst/>
              <a:gdLst/>
              <a:ahLst/>
              <a:cxnLst/>
              <a:rect r="r" b="b" t="t" l="l"/>
              <a:pathLst>
                <a:path h="636389" w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gradFill>
                <a:gsLst>
                  <a:gs pos="0">
                    <a:srgbClr val="000E8D">
                      <a:alpha val="100000"/>
                    </a:srgbClr>
                  </a:gs>
                  <a:gs pos="100000">
                    <a:srgbClr val="000A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1469" y="4686779"/>
            <a:ext cx="160330" cy="160330"/>
            <a:chOff x="0" y="0"/>
            <a:chExt cx="313109" cy="31310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11469" y="5085234"/>
            <a:ext cx="160330" cy="160330"/>
            <a:chOff x="0" y="0"/>
            <a:chExt cx="313109" cy="3131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11469" y="5482320"/>
            <a:ext cx="160330" cy="160330"/>
            <a:chOff x="0" y="0"/>
            <a:chExt cx="313109" cy="31310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2316904" y="2147724"/>
            <a:ext cx="7054997" cy="2699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9"/>
              </a:lnSpc>
            </a:pPr>
            <a:r>
              <a:rPr lang="en-US" sz="9000" i="true">
                <a:solidFill>
                  <a:srgbClr val="5170FF">
                    <a:alpha val="94902"/>
                  </a:srgbClr>
                </a:solidFill>
                <a:latin typeface="Anton Italics"/>
                <a:ea typeface="Anton Italics"/>
                <a:cs typeface="Anton Italics"/>
                <a:sym typeface="Anton Italics"/>
              </a:rPr>
              <a:t>WELCOME INTO DEEPDIVE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2370170" y="7121525"/>
            <a:ext cx="2854661" cy="810784"/>
            <a:chOff x="0" y="0"/>
            <a:chExt cx="812800" cy="23085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230852"/>
            </a:xfrm>
            <a:custGeom>
              <a:avLst/>
              <a:gdLst/>
              <a:ahLst/>
              <a:cxnLst/>
              <a:rect r="r" b="b" t="t" l="l"/>
              <a:pathLst>
                <a:path h="2308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30852"/>
                  </a:lnTo>
                  <a:lnTo>
                    <a:pt x="0" y="2308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000E8D">
                      <a:alpha val="100000"/>
                    </a:srgbClr>
                  </a:gs>
                  <a:gs pos="100000">
                    <a:srgbClr val="000A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57150"/>
              <a:ext cx="812800" cy="288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313601" y="2138199"/>
            <a:ext cx="5002986" cy="4720503"/>
            <a:chOff x="0" y="0"/>
            <a:chExt cx="7277441" cy="686653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277441" cy="6866537"/>
            </a:xfrm>
            <a:custGeom>
              <a:avLst/>
              <a:gdLst/>
              <a:ahLst/>
              <a:cxnLst/>
              <a:rect r="r" b="b" t="t" l="l"/>
              <a:pathLst>
                <a:path h="6866537" w="7277441">
                  <a:moveTo>
                    <a:pt x="7277441" y="0"/>
                  </a:moveTo>
                  <a:lnTo>
                    <a:pt x="4658713" y="6866537"/>
                  </a:lnTo>
                  <a:lnTo>
                    <a:pt x="0" y="6866537"/>
                  </a:lnTo>
                  <a:lnTo>
                    <a:pt x="2588246" y="0"/>
                  </a:lnTo>
                  <a:lnTo>
                    <a:pt x="7277441" y="0"/>
                  </a:lnTo>
                  <a:close/>
                </a:path>
              </a:pathLst>
            </a:custGeom>
            <a:blipFill>
              <a:blip r:embed="rId9"/>
              <a:stretch>
                <a:fillRect l="-20676" t="0" r="-20676" b="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8699105" y="3350337"/>
            <a:ext cx="4976714" cy="4695715"/>
            <a:chOff x="0" y="0"/>
            <a:chExt cx="7277441" cy="686653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277441" cy="6866537"/>
            </a:xfrm>
            <a:custGeom>
              <a:avLst/>
              <a:gdLst/>
              <a:ahLst/>
              <a:cxnLst/>
              <a:rect r="r" b="b" t="t" l="l"/>
              <a:pathLst>
                <a:path h="6866537" w="7277441">
                  <a:moveTo>
                    <a:pt x="7277441" y="0"/>
                  </a:moveTo>
                  <a:lnTo>
                    <a:pt x="4658713" y="6866537"/>
                  </a:lnTo>
                  <a:lnTo>
                    <a:pt x="0" y="6866537"/>
                  </a:lnTo>
                  <a:lnTo>
                    <a:pt x="2588246" y="0"/>
                  </a:lnTo>
                  <a:lnTo>
                    <a:pt x="7277441" y="0"/>
                  </a:lnTo>
                  <a:close/>
                </a:path>
              </a:pathLst>
            </a:custGeom>
            <a:blipFill>
              <a:blip r:embed="rId10"/>
              <a:stretch>
                <a:fillRect l="-20809" t="0" r="-20809" b="0"/>
              </a:stretch>
            </a:blipFill>
          </p:spPr>
        </p:sp>
      </p:grpSp>
      <p:sp>
        <p:nvSpPr>
          <p:cNvPr name="AutoShape 32" id="32"/>
          <p:cNvSpPr/>
          <p:nvPr/>
        </p:nvSpPr>
        <p:spPr>
          <a:xfrm>
            <a:off x="5425402" y="842784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6316587" y="4702110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6482520" y="396138"/>
            <a:ext cx="897134" cy="632562"/>
            <a:chOff x="0" y="0"/>
            <a:chExt cx="1196178" cy="84341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38741"/>
              <a:ext cx="874910" cy="569487"/>
            </a:xfrm>
            <a:custGeom>
              <a:avLst/>
              <a:gdLst/>
              <a:ahLst/>
              <a:cxnLst/>
              <a:rect r="r" b="b" t="t" l="l"/>
              <a:pathLst>
                <a:path h="569487" w="874910">
                  <a:moveTo>
                    <a:pt x="0" y="0"/>
                  </a:moveTo>
                  <a:lnTo>
                    <a:pt x="874910" y="0"/>
                  </a:lnTo>
                  <a:lnTo>
                    <a:pt x="874910" y="569487"/>
                  </a:lnTo>
                  <a:lnTo>
                    <a:pt x="0" y="5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6" id="36"/>
            <p:cNvSpPr/>
            <p:nvPr/>
          </p:nvSpPr>
          <p:spPr>
            <a:xfrm flipH="false" flipV="false" rot="-2149470">
              <a:off x="329271" y="194080"/>
              <a:ext cx="810327" cy="455256"/>
            </a:xfrm>
            <a:custGeom>
              <a:avLst/>
              <a:gdLst/>
              <a:ahLst/>
              <a:cxnLst/>
              <a:rect r="r" b="b" t="t" l="l"/>
              <a:pathLst>
                <a:path h="455256" w="810327">
                  <a:moveTo>
                    <a:pt x="0" y="0"/>
                  </a:moveTo>
                  <a:lnTo>
                    <a:pt x="810327" y="0"/>
                  </a:lnTo>
                  <a:lnTo>
                    <a:pt x="810327" y="455256"/>
                  </a:lnTo>
                  <a:lnTo>
                    <a:pt x="0" y="45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8579857" y="430789"/>
            <a:ext cx="112828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536689" y="430806"/>
            <a:ext cx="153737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128069" y="430806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028700" y="449839"/>
            <a:ext cx="276880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DEEPDIVE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99711" y="9108716"/>
            <a:ext cx="2634387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13723" y="4299218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b="true" sz="200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513723" y="5006910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513723" y="5709017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2370170" y="4961409"/>
            <a:ext cx="5836341" cy="171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DeepDive stems from the 2017 Global Jam theme: Waves.</a:t>
            </a:r>
          </a:p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It was assigned to us to develop team building skills in managing a real project.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636131" y="7318954"/>
            <a:ext cx="232274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Learn More</a:t>
            </a:r>
          </a:p>
        </p:txBody>
      </p:sp>
    </p:spTree>
  </p:cSld>
  <p:clrMapOvr>
    <a:masterClrMapping/>
  </p:clrMapOvr>
  <p:transition spd="slow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740214" y="784218"/>
            <a:ext cx="5323538" cy="5323538"/>
          </a:xfrm>
          <a:custGeom>
            <a:avLst/>
            <a:gdLst/>
            <a:ahLst/>
            <a:cxnLst/>
            <a:rect r="r" b="b" t="t" l="l"/>
            <a:pathLst>
              <a:path h="5323538" w="5323538">
                <a:moveTo>
                  <a:pt x="0" y="0"/>
                </a:moveTo>
                <a:lnTo>
                  <a:pt x="5323538" y="0"/>
                </a:lnTo>
                <a:lnTo>
                  <a:pt x="5323538" y="5323537"/>
                </a:lnTo>
                <a:lnTo>
                  <a:pt x="0" y="53235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196799" y="8311876"/>
            <a:ext cx="12089557" cy="6206642"/>
          </a:xfrm>
          <a:custGeom>
            <a:avLst/>
            <a:gdLst/>
            <a:ahLst/>
            <a:cxnLst/>
            <a:rect r="r" b="b" t="t" l="l"/>
            <a:pathLst>
              <a:path h="6206642" w="12089557">
                <a:moveTo>
                  <a:pt x="0" y="0"/>
                </a:moveTo>
                <a:lnTo>
                  <a:pt x="12089557" y="0"/>
                </a:lnTo>
                <a:lnTo>
                  <a:pt x="12089557" y="6206642"/>
                </a:lnTo>
                <a:lnTo>
                  <a:pt x="0" y="6206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64668" y="5165399"/>
            <a:ext cx="20027401" cy="5152259"/>
          </a:xfrm>
          <a:custGeom>
            <a:avLst/>
            <a:gdLst/>
            <a:ahLst/>
            <a:cxnLst/>
            <a:rect r="r" b="b" t="t" l="l"/>
            <a:pathLst>
              <a:path h="5152259" w="20027401">
                <a:moveTo>
                  <a:pt x="0" y="0"/>
                </a:moveTo>
                <a:lnTo>
                  <a:pt x="20027401" y="0"/>
                </a:lnTo>
                <a:lnTo>
                  <a:pt x="20027401" y="5152258"/>
                </a:lnTo>
                <a:lnTo>
                  <a:pt x="0" y="5152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19217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49032" y="4009715"/>
            <a:ext cx="14307683" cy="14307683"/>
          </a:xfrm>
          <a:custGeom>
            <a:avLst/>
            <a:gdLst/>
            <a:ahLst/>
            <a:cxnLst/>
            <a:rect r="r" b="b" t="t" l="l"/>
            <a:pathLst>
              <a:path h="14307683" w="14307683">
                <a:moveTo>
                  <a:pt x="0" y="0"/>
                </a:moveTo>
                <a:lnTo>
                  <a:pt x="14307683" y="0"/>
                </a:lnTo>
                <a:lnTo>
                  <a:pt x="14307683" y="14307683"/>
                </a:lnTo>
                <a:lnTo>
                  <a:pt x="0" y="14307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0" y="1349894"/>
            <a:ext cx="18288000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6602874" y="8988449"/>
            <a:ext cx="656426" cy="656426"/>
          </a:xfrm>
          <a:custGeom>
            <a:avLst/>
            <a:gdLst/>
            <a:ahLst/>
            <a:cxnLst/>
            <a:rect r="r" b="b" t="t" l="l"/>
            <a:pathLst>
              <a:path h="656426" w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3797501" y="9316662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8699105" y="861834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111469" y="4289693"/>
            <a:ext cx="160330" cy="160330"/>
            <a:chOff x="0" y="0"/>
            <a:chExt cx="313109" cy="3131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4604010"/>
            <a:ext cx="325867" cy="325867"/>
            <a:chOff x="0" y="0"/>
            <a:chExt cx="636389" cy="6363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6389" cy="636389"/>
            </a:xfrm>
            <a:custGeom>
              <a:avLst/>
              <a:gdLst/>
              <a:ahLst/>
              <a:cxnLst/>
              <a:rect r="r" b="b" t="t" l="l"/>
              <a:pathLst>
                <a:path h="636389" w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gradFill>
                <a:gsLst>
                  <a:gs pos="0">
                    <a:srgbClr val="000E8D">
                      <a:alpha val="100000"/>
                    </a:srgbClr>
                  </a:gs>
                  <a:gs pos="100000">
                    <a:srgbClr val="000A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11469" y="4686779"/>
            <a:ext cx="160330" cy="160330"/>
            <a:chOff x="0" y="0"/>
            <a:chExt cx="313109" cy="3131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11469" y="5085234"/>
            <a:ext cx="160330" cy="160330"/>
            <a:chOff x="0" y="0"/>
            <a:chExt cx="313109" cy="3131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11469" y="5482320"/>
            <a:ext cx="160330" cy="160330"/>
            <a:chOff x="0" y="0"/>
            <a:chExt cx="313109" cy="3131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6316587" y="5403996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9030940" y="6353709"/>
            <a:ext cx="2854661" cy="810784"/>
            <a:chOff x="0" y="0"/>
            <a:chExt cx="812800" cy="2308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230852"/>
            </a:xfrm>
            <a:custGeom>
              <a:avLst/>
              <a:gdLst/>
              <a:ahLst/>
              <a:cxnLst/>
              <a:rect r="r" b="b" t="t" l="l"/>
              <a:pathLst>
                <a:path h="2308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30852"/>
                  </a:lnTo>
                  <a:lnTo>
                    <a:pt x="0" y="2308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000E8D">
                      <a:alpha val="100000"/>
                    </a:srgbClr>
                  </a:gs>
                  <a:gs pos="100000">
                    <a:srgbClr val="000A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57150"/>
              <a:ext cx="812800" cy="288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847979" y="1980709"/>
            <a:ext cx="5784469" cy="2930556"/>
            <a:chOff x="0" y="0"/>
            <a:chExt cx="9663343" cy="489569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663343" cy="4895690"/>
            </a:xfrm>
            <a:custGeom>
              <a:avLst/>
              <a:gdLst/>
              <a:ahLst/>
              <a:cxnLst/>
              <a:rect r="r" b="b" t="t" l="l"/>
              <a:pathLst>
                <a:path h="4895690" w="9663343">
                  <a:moveTo>
                    <a:pt x="9663343" y="4895690"/>
                  </a:moveTo>
                  <a:lnTo>
                    <a:pt x="2056180" y="4895690"/>
                  </a:lnTo>
                  <a:lnTo>
                    <a:pt x="0" y="0"/>
                  </a:lnTo>
                  <a:lnTo>
                    <a:pt x="7607163" y="0"/>
                  </a:lnTo>
                  <a:lnTo>
                    <a:pt x="9663343" y="4895690"/>
                  </a:lnTo>
                  <a:close/>
                </a:path>
              </a:pathLst>
            </a:custGeom>
            <a:blipFill>
              <a:blip r:embed="rId9"/>
              <a:stretch>
                <a:fillRect l="0" t="-15753" r="0" b="-15753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847979" y="5381320"/>
            <a:ext cx="5784469" cy="2930556"/>
            <a:chOff x="0" y="0"/>
            <a:chExt cx="9663343" cy="489569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663343" cy="4895690"/>
            </a:xfrm>
            <a:custGeom>
              <a:avLst/>
              <a:gdLst/>
              <a:ahLst/>
              <a:cxnLst/>
              <a:rect r="r" b="b" t="t" l="l"/>
              <a:pathLst>
                <a:path h="4895690" w="9663343">
                  <a:moveTo>
                    <a:pt x="9663343" y="4895690"/>
                  </a:moveTo>
                  <a:lnTo>
                    <a:pt x="2056180" y="4895690"/>
                  </a:lnTo>
                  <a:lnTo>
                    <a:pt x="0" y="0"/>
                  </a:lnTo>
                  <a:lnTo>
                    <a:pt x="7607163" y="0"/>
                  </a:lnTo>
                  <a:lnTo>
                    <a:pt x="9663343" y="4895690"/>
                  </a:lnTo>
                  <a:close/>
                </a:path>
              </a:pathLst>
            </a:custGeom>
            <a:blipFill>
              <a:blip r:embed="rId10"/>
              <a:stretch>
                <a:fillRect l="0" t="-15753" r="0" b="-15753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6482520" y="396138"/>
            <a:ext cx="897134" cy="632562"/>
            <a:chOff x="0" y="0"/>
            <a:chExt cx="1196178" cy="84341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38741"/>
              <a:ext cx="874910" cy="569487"/>
            </a:xfrm>
            <a:custGeom>
              <a:avLst/>
              <a:gdLst/>
              <a:ahLst/>
              <a:cxnLst/>
              <a:rect r="r" b="b" t="t" l="l"/>
              <a:pathLst>
                <a:path h="569487" w="874910">
                  <a:moveTo>
                    <a:pt x="0" y="0"/>
                  </a:moveTo>
                  <a:lnTo>
                    <a:pt x="874910" y="0"/>
                  </a:lnTo>
                  <a:lnTo>
                    <a:pt x="874910" y="569487"/>
                  </a:lnTo>
                  <a:lnTo>
                    <a:pt x="0" y="5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5" id="35"/>
            <p:cNvSpPr/>
            <p:nvPr/>
          </p:nvSpPr>
          <p:spPr>
            <a:xfrm flipH="false" flipV="false" rot="-2149470">
              <a:off x="329271" y="194080"/>
              <a:ext cx="810327" cy="455256"/>
            </a:xfrm>
            <a:custGeom>
              <a:avLst/>
              <a:gdLst/>
              <a:ahLst/>
              <a:cxnLst/>
              <a:rect r="r" b="b" t="t" l="l"/>
              <a:pathLst>
                <a:path h="455256" w="810327">
                  <a:moveTo>
                    <a:pt x="0" y="0"/>
                  </a:moveTo>
                  <a:lnTo>
                    <a:pt x="810327" y="0"/>
                  </a:lnTo>
                  <a:lnTo>
                    <a:pt x="810327" y="455256"/>
                  </a:lnTo>
                  <a:lnTo>
                    <a:pt x="0" y="45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8579857" y="430789"/>
            <a:ext cx="112828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About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536689" y="430806"/>
            <a:ext cx="153737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128069" y="430806"/>
            <a:ext cx="153737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028700" y="449839"/>
            <a:ext cx="276880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DEEPDIVE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99711" y="9108716"/>
            <a:ext cx="2634387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513723" y="4299218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13723" y="5006910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b="true" sz="200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6513723" y="5709017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8977674" y="2704788"/>
            <a:ext cx="6655409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9"/>
              </a:lnSpc>
            </a:pPr>
            <a:r>
              <a:rPr lang="en-US" sz="9000" i="true">
                <a:solidFill>
                  <a:srgbClr val="5170FF">
                    <a:alpha val="94902"/>
                  </a:srgbClr>
                </a:solidFill>
                <a:latin typeface="Anton Italics"/>
                <a:ea typeface="Anton Italics"/>
                <a:cs typeface="Anton Italics"/>
                <a:sym typeface="Anton Italics"/>
              </a:rPr>
              <a:t>INTRODUCTION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977674" y="4156609"/>
            <a:ext cx="5836341" cy="128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game genre is a survival story with 2D graphics.</a:t>
            </a:r>
          </a:p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art style is pixel art..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296900" y="6551138"/>
            <a:ext cx="232274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Learn More</a:t>
            </a:r>
          </a:p>
        </p:txBody>
      </p:sp>
    </p:spTree>
  </p:cSld>
  <p:clrMapOvr>
    <a:masterClrMapping/>
  </p:clrMapOvr>
  <p:transition spd="slow">
    <p:cover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0" y="1349894"/>
            <a:ext cx="18288000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4915709" y="1636845"/>
            <a:ext cx="2801755" cy="2801755"/>
          </a:xfrm>
          <a:custGeom>
            <a:avLst/>
            <a:gdLst/>
            <a:ahLst/>
            <a:cxnLst/>
            <a:rect r="r" b="b" t="t" l="l"/>
            <a:pathLst>
              <a:path h="2801755" w="2801755">
                <a:moveTo>
                  <a:pt x="0" y="0"/>
                </a:moveTo>
                <a:lnTo>
                  <a:pt x="2801755" y="0"/>
                </a:lnTo>
                <a:lnTo>
                  <a:pt x="2801755" y="2801756"/>
                </a:lnTo>
                <a:lnTo>
                  <a:pt x="0" y="280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3577524" y="8519137"/>
            <a:ext cx="10688120" cy="5236336"/>
          </a:xfrm>
          <a:custGeom>
            <a:avLst/>
            <a:gdLst/>
            <a:ahLst/>
            <a:cxnLst/>
            <a:rect r="r" b="b" t="t" l="l"/>
            <a:pathLst>
              <a:path h="5236336" w="10688120">
                <a:moveTo>
                  <a:pt x="0" y="0"/>
                </a:moveTo>
                <a:lnTo>
                  <a:pt x="10688120" y="0"/>
                </a:lnTo>
                <a:lnTo>
                  <a:pt x="10688120" y="5236335"/>
                </a:lnTo>
                <a:lnTo>
                  <a:pt x="0" y="52363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564668" y="5165399"/>
            <a:ext cx="20027401" cy="5152259"/>
          </a:xfrm>
          <a:custGeom>
            <a:avLst/>
            <a:gdLst/>
            <a:ahLst/>
            <a:cxnLst/>
            <a:rect r="r" b="b" t="t" l="l"/>
            <a:pathLst>
              <a:path h="5152259" w="20027401">
                <a:moveTo>
                  <a:pt x="0" y="0"/>
                </a:moveTo>
                <a:lnTo>
                  <a:pt x="20027401" y="0"/>
                </a:lnTo>
                <a:lnTo>
                  <a:pt x="20027401" y="5152258"/>
                </a:lnTo>
                <a:lnTo>
                  <a:pt x="0" y="5152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19217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492689" y="4369858"/>
            <a:ext cx="14307683" cy="14307683"/>
          </a:xfrm>
          <a:custGeom>
            <a:avLst/>
            <a:gdLst/>
            <a:ahLst/>
            <a:cxnLst/>
            <a:rect r="r" b="b" t="t" l="l"/>
            <a:pathLst>
              <a:path h="14307683" w="14307683">
                <a:moveTo>
                  <a:pt x="0" y="0"/>
                </a:moveTo>
                <a:lnTo>
                  <a:pt x="14307683" y="0"/>
                </a:lnTo>
                <a:lnTo>
                  <a:pt x="14307683" y="14307683"/>
                </a:lnTo>
                <a:lnTo>
                  <a:pt x="0" y="14307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602874" y="8988449"/>
            <a:ext cx="656426" cy="656426"/>
          </a:xfrm>
          <a:custGeom>
            <a:avLst/>
            <a:gdLst/>
            <a:ahLst/>
            <a:cxnLst/>
            <a:rect r="r" b="b" t="t" l="l"/>
            <a:pathLst>
              <a:path h="656426" w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3797501" y="9316662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8699105" y="861834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0" y="1971990"/>
            <a:ext cx="7472724" cy="6547147"/>
            <a:chOff x="0" y="0"/>
            <a:chExt cx="927706" cy="812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27706" cy="812800"/>
            </a:xfrm>
            <a:custGeom>
              <a:avLst/>
              <a:gdLst/>
              <a:ahLst/>
              <a:cxnLst/>
              <a:rect r="r" b="b" t="t" l="l"/>
              <a:pathLst>
                <a:path h="812800" w="927706">
                  <a:moveTo>
                    <a:pt x="0" y="0"/>
                  </a:moveTo>
                  <a:lnTo>
                    <a:pt x="927706" y="0"/>
                  </a:lnTo>
                  <a:lnTo>
                    <a:pt x="927706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9"/>
              <a:stretch>
                <a:fillRect l="-15751" t="0" r="-15751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11469" y="4289693"/>
            <a:ext cx="160330" cy="160330"/>
            <a:chOff x="0" y="0"/>
            <a:chExt cx="313109" cy="3131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4604010"/>
            <a:ext cx="325867" cy="325867"/>
            <a:chOff x="0" y="0"/>
            <a:chExt cx="636389" cy="6363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6389" cy="636389"/>
            </a:xfrm>
            <a:custGeom>
              <a:avLst/>
              <a:gdLst/>
              <a:ahLst/>
              <a:cxnLst/>
              <a:rect r="r" b="b" t="t" l="l"/>
              <a:pathLst>
                <a:path h="636389" w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gradFill>
                <a:gsLst>
                  <a:gs pos="0">
                    <a:srgbClr val="000E8D">
                      <a:alpha val="100000"/>
                    </a:srgbClr>
                  </a:gs>
                  <a:gs pos="100000">
                    <a:srgbClr val="000A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11469" y="4686779"/>
            <a:ext cx="160330" cy="160330"/>
            <a:chOff x="0" y="0"/>
            <a:chExt cx="313109" cy="3131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11469" y="5085234"/>
            <a:ext cx="160330" cy="160330"/>
            <a:chOff x="0" y="0"/>
            <a:chExt cx="313109" cy="31310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11469" y="5482320"/>
            <a:ext cx="160330" cy="160330"/>
            <a:chOff x="0" y="0"/>
            <a:chExt cx="313109" cy="31310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6316587" y="5403996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9030940" y="6387216"/>
            <a:ext cx="2854661" cy="810784"/>
            <a:chOff x="0" y="0"/>
            <a:chExt cx="812800" cy="230852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12800" cy="230852"/>
            </a:xfrm>
            <a:custGeom>
              <a:avLst/>
              <a:gdLst/>
              <a:ahLst/>
              <a:cxnLst/>
              <a:rect r="r" b="b" t="t" l="l"/>
              <a:pathLst>
                <a:path h="23085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30852"/>
                  </a:lnTo>
                  <a:lnTo>
                    <a:pt x="0" y="2308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gradFill>
                <a:gsLst>
                  <a:gs pos="0">
                    <a:srgbClr val="000E8D">
                      <a:alpha val="100000"/>
                    </a:srgbClr>
                  </a:gs>
                  <a:gs pos="100000">
                    <a:srgbClr val="000A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812800" cy="2880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482520" y="396138"/>
            <a:ext cx="897134" cy="632562"/>
            <a:chOff x="0" y="0"/>
            <a:chExt cx="1196178" cy="8434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38741"/>
              <a:ext cx="874910" cy="569487"/>
            </a:xfrm>
            <a:custGeom>
              <a:avLst/>
              <a:gdLst/>
              <a:ahLst/>
              <a:cxnLst/>
              <a:rect r="r" b="b" t="t" l="l"/>
              <a:pathLst>
                <a:path h="569487" w="874910">
                  <a:moveTo>
                    <a:pt x="0" y="0"/>
                  </a:moveTo>
                  <a:lnTo>
                    <a:pt x="874910" y="0"/>
                  </a:lnTo>
                  <a:lnTo>
                    <a:pt x="874910" y="569487"/>
                  </a:lnTo>
                  <a:lnTo>
                    <a:pt x="0" y="5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-2149470">
              <a:off x="329271" y="194080"/>
              <a:ext cx="810327" cy="455256"/>
            </a:xfrm>
            <a:custGeom>
              <a:avLst/>
              <a:gdLst/>
              <a:ahLst/>
              <a:cxnLst/>
              <a:rect r="r" b="b" t="t" l="l"/>
              <a:pathLst>
                <a:path h="455256" w="810327">
                  <a:moveTo>
                    <a:pt x="0" y="0"/>
                  </a:moveTo>
                  <a:lnTo>
                    <a:pt x="810327" y="0"/>
                  </a:lnTo>
                  <a:lnTo>
                    <a:pt x="810327" y="455256"/>
                  </a:lnTo>
                  <a:lnTo>
                    <a:pt x="0" y="45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8579857" y="430789"/>
            <a:ext cx="112828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About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536689" y="430806"/>
            <a:ext cx="153737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128069" y="430806"/>
            <a:ext cx="153737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28700" y="449839"/>
            <a:ext cx="276880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DEEPDIVE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999711" y="9108716"/>
            <a:ext cx="2634387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513723" y="4299218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13723" y="5006910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b="true" sz="200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513723" y="5709017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977674" y="2671281"/>
            <a:ext cx="6655409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9"/>
              </a:lnSpc>
            </a:pPr>
            <a:r>
              <a:rPr lang="en-US" sz="9000" i="true">
                <a:solidFill>
                  <a:srgbClr val="5170FF">
                    <a:alpha val="94902"/>
                  </a:srgbClr>
                </a:solidFill>
                <a:latin typeface="Anton Italics"/>
                <a:ea typeface="Anton Italics"/>
                <a:cs typeface="Anton Italics"/>
                <a:sym typeface="Anton Italics"/>
              </a:rPr>
              <a:t>OUR VISION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977674" y="4075541"/>
            <a:ext cx="5836341" cy="2139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idea for this game was born from the great interest that all members of the team have in the marine ecosystem.</a:t>
            </a:r>
          </a:p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In addition to the sensitive issue of loan sharking.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296900" y="6584645"/>
            <a:ext cx="232274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Learn More</a:t>
            </a:r>
          </a:p>
        </p:txBody>
      </p:sp>
    </p:spTree>
  </p:cSld>
  <p:clrMapOvr>
    <a:masterClrMapping/>
  </p:clrMapOvr>
  <p:transition spd="slow">
    <p:wipe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009834" y="8123955"/>
            <a:ext cx="12089557" cy="6206642"/>
          </a:xfrm>
          <a:custGeom>
            <a:avLst/>
            <a:gdLst/>
            <a:ahLst/>
            <a:cxnLst/>
            <a:rect r="r" b="b" t="t" l="l"/>
            <a:pathLst>
              <a:path h="6206642" w="12089557">
                <a:moveTo>
                  <a:pt x="0" y="0"/>
                </a:moveTo>
                <a:lnTo>
                  <a:pt x="12089557" y="0"/>
                </a:lnTo>
                <a:lnTo>
                  <a:pt x="12089557" y="6206643"/>
                </a:lnTo>
                <a:lnTo>
                  <a:pt x="0" y="62066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64668" y="5165399"/>
            <a:ext cx="20027401" cy="5152259"/>
          </a:xfrm>
          <a:custGeom>
            <a:avLst/>
            <a:gdLst/>
            <a:ahLst/>
            <a:cxnLst/>
            <a:rect r="r" b="b" t="t" l="l"/>
            <a:pathLst>
              <a:path h="5152259" w="20027401">
                <a:moveTo>
                  <a:pt x="0" y="0"/>
                </a:moveTo>
                <a:lnTo>
                  <a:pt x="20027401" y="0"/>
                </a:lnTo>
                <a:lnTo>
                  <a:pt x="20027401" y="5152258"/>
                </a:lnTo>
                <a:lnTo>
                  <a:pt x="0" y="5152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19217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0" y="1349894"/>
            <a:ext cx="18288000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602874" y="8988449"/>
            <a:ext cx="656426" cy="656426"/>
          </a:xfrm>
          <a:custGeom>
            <a:avLst/>
            <a:gdLst/>
            <a:ahLst/>
            <a:cxnLst/>
            <a:rect r="r" b="b" t="t" l="l"/>
            <a:pathLst>
              <a:path h="656426" w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3797501" y="9316662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8699105" y="861834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1111469" y="4289693"/>
            <a:ext cx="160330" cy="160330"/>
            <a:chOff x="0" y="0"/>
            <a:chExt cx="313109" cy="3131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4604010"/>
            <a:ext cx="325867" cy="325867"/>
            <a:chOff x="0" y="0"/>
            <a:chExt cx="636389" cy="63638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36389" cy="636389"/>
            </a:xfrm>
            <a:custGeom>
              <a:avLst/>
              <a:gdLst/>
              <a:ahLst/>
              <a:cxnLst/>
              <a:rect r="r" b="b" t="t" l="l"/>
              <a:pathLst>
                <a:path h="636389" w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gradFill>
                <a:gsLst>
                  <a:gs pos="0">
                    <a:srgbClr val="000E8D">
                      <a:alpha val="100000"/>
                    </a:srgbClr>
                  </a:gs>
                  <a:gs pos="100000">
                    <a:srgbClr val="000A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11469" y="4686779"/>
            <a:ext cx="160330" cy="160330"/>
            <a:chOff x="0" y="0"/>
            <a:chExt cx="313109" cy="3131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11469" y="5085234"/>
            <a:ext cx="160330" cy="160330"/>
            <a:chOff x="0" y="0"/>
            <a:chExt cx="313109" cy="3131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11469" y="5482320"/>
            <a:ext cx="160330" cy="160330"/>
            <a:chOff x="0" y="0"/>
            <a:chExt cx="313109" cy="31310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AutoShape 23" id="23"/>
          <p:cNvSpPr/>
          <p:nvPr/>
        </p:nvSpPr>
        <p:spPr>
          <a:xfrm>
            <a:off x="16316587" y="5403996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24" id="24"/>
          <p:cNvSpPr/>
          <p:nvPr/>
        </p:nvSpPr>
        <p:spPr>
          <a:xfrm flipH="true" flipV="false" rot="0">
            <a:off x="2316904" y="3855924"/>
            <a:ext cx="867538" cy="867538"/>
          </a:xfrm>
          <a:custGeom>
            <a:avLst/>
            <a:gdLst/>
            <a:ahLst/>
            <a:cxnLst/>
            <a:rect r="r" b="b" t="t" l="l"/>
            <a:pathLst>
              <a:path h="867538" w="867538">
                <a:moveTo>
                  <a:pt x="867538" y="0"/>
                </a:moveTo>
                <a:lnTo>
                  <a:pt x="0" y="0"/>
                </a:lnTo>
                <a:lnTo>
                  <a:pt x="0" y="867538"/>
                </a:lnTo>
                <a:lnTo>
                  <a:pt x="867538" y="867538"/>
                </a:lnTo>
                <a:lnTo>
                  <a:pt x="86753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true" flipV="false" rot="0">
            <a:off x="2316904" y="6127322"/>
            <a:ext cx="867538" cy="867538"/>
          </a:xfrm>
          <a:custGeom>
            <a:avLst/>
            <a:gdLst/>
            <a:ahLst/>
            <a:cxnLst/>
            <a:rect r="r" b="b" t="t" l="l"/>
            <a:pathLst>
              <a:path h="867538" w="867538">
                <a:moveTo>
                  <a:pt x="867538" y="0"/>
                </a:moveTo>
                <a:lnTo>
                  <a:pt x="0" y="0"/>
                </a:lnTo>
                <a:lnTo>
                  <a:pt x="0" y="867538"/>
                </a:lnTo>
                <a:lnTo>
                  <a:pt x="867538" y="867538"/>
                </a:lnTo>
                <a:lnTo>
                  <a:pt x="867538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0416578" y="2223924"/>
            <a:ext cx="2485449" cy="5820670"/>
            <a:chOff x="0" y="0"/>
            <a:chExt cx="2711475" cy="6350000"/>
          </a:xfrm>
        </p:grpSpPr>
        <p:sp>
          <p:nvSpPr>
            <p:cNvPr name="Freeform 27" id="27"/>
            <p:cNvSpPr/>
            <p:nvPr/>
          </p:nvSpPr>
          <p:spPr>
            <a:xfrm flipH="true" flipV="false" rot="0">
              <a:off x="0" y="0"/>
              <a:ext cx="2711475" cy="6350000"/>
            </a:xfrm>
            <a:custGeom>
              <a:avLst/>
              <a:gdLst/>
              <a:ahLst/>
              <a:cxnLst/>
              <a:rect r="r" b="b" t="t" l="l"/>
              <a:pathLst>
                <a:path h="6350000" w="2711475">
                  <a:moveTo>
                    <a:pt x="0" y="1169060"/>
                  </a:moveTo>
                  <a:cubicBezTo>
                    <a:pt x="0" y="3034449"/>
                    <a:pt x="0" y="4484599"/>
                    <a:pt x="0" y="6350000"/>
                  </a:cubicBezTo>
                  <a:lnTo>
                    <a:pt x="2711475" y="6350000"/>
                  </a:lnTo>
                  <a:lnTo>
                    <a:pt x="2711475" y="1533195"/>
                  </a:lnTo>
                  <a:cubicBezTo>
                    <a:pt x="2711475" y="1022134"/>
                    <a:pt x="2711475" y="511061"/>
                    <a:pt x="2711475" y="0"/>
                  </a:cubicBezTo>
                  <a:lnTo>
                    <a:pt x="1564729" y="0"/>
                  </a:lnTo>
                  <a:cubicBezTo>
                    <a:pt x="1043153" y="389687"/>
                    <a:pt x="521576" y="779374"/>
                    <a:pt x="0" y="1169060"/>
                  </a:cubicBezTo>
                  <a:close/>
                </a:path>
              </a:pathLst>
            </a:custGeom>
            <a:blipFill>
              <a:blip r:embed="rId9"/>
              <a:stretch>
                <a:fillRect l="-28014" t="0" r="-28014" b="0"/>
              </a:stretch>
            </a:blip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13366582" y="2223924"/>
            <a:ext cx="2485449" cy="5820670"/>
            <a:chOff x="0" y="0"/>
            <a:chExt cx="2711475" cy="6350000"/>
          </a:xfrm>
        </p:grpSpPr>
        <p:sp>
          <p:nvSpPr>
            <p:cNvPr name="Freeform 29" id="29"/>
            <p:cNvSpPr/>
            <p:nvPr/>
          </p:nvSpPr>
          <p:spPr>
            <a:xfrm flipH="true" flipV="false" rot="0">
              <a:off x="0" y="0"/>
              <a:ext cx="2711475" cy="6350000"/>
            </a:xfrm>
            <a:custGeom>
              <a:avLst/>
              <a:gdLst/>
              <a:ahLst/>
              <a:cxnLst/>
              <a:rect r="r" b="b" t="t" l="l"/>
              <a:pathLst>
                <a:path h="6350000" w="2711475">
                  <a:moveTo>
                    <a:pt x="0" y="1169060"/>
                  </a:moveTo>
                  <a:cubicBezTo>
                    <a:pt x="0" y="3034449"/>
                    <a:pt x="0" y="4484599"/>
                    <a:pt x="0" y="6350000"/>
                  </a:cubicBezTo>
                  <a:lnTo>
                    <a:pt x="2711475" y="6350000"/>
                  </a:lnTo>
                  <a:lnTo>
                    <a:pt x="2711475" y="1533195"/>
                  </a:lnTo>
                  <a:cubicBezTo>
                    <a:pt x="2711475" y="1022134"/>
                    <a:pt x="2711475" y="511061"/>
                    <a:pt x="2711475" y="0"/>
                  </a:cubicBezTo>
                  <a:lnTo>
                    <a:pt x="1564729" y="0"/>
                  </a:lnTo>
                  <a:cubicBezTo>
                    <a:pt x="1043153" y="389687"/>
                    <a:pt x="521576" y="779374"/>
                    <a:pt x="0" y="1169060"/>
                  </a:cubicBezTo>
                  <a:close/>
                </a:path>
              </a:pathLst>
            </a:custGeom>
            <a:blipFill>
              <a:blip r:embed="rId10"/>
              <a:stretch>
                <a:fillRect l="-28014" t="0" r="-28014" b="0"/>
              </a:stretch>
            </a:blip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2520279" y="6378451"/>
            <a:ext cx="460789" cy="365280"/>
          </a:xfrm>
          <a:custGeom>
            <a:avLst/>
            <a:gdLst/>
            <a:ahLst/>
            <a:cxnLst/>
            <a:rect r="r" b="b" t="t" l="l"/>
            <a:pathLst>
              <a:path h="365280" w="460789">
                <a:moveTo>
                  <a:pt x="0" y="0"/>
                </a:moveTo>
                <a:lnTo>
                  <a:pt x="460789" y="0"/>
                </a:lnTo>
                <a:lnTo>
                  <a:pt x="460789" y="365280"/>
                </a:lnTo>
                <a:lnTo>
                  <a:pt x="0" y="36528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2504071" y="4157549"/>
            <a:ext cx="476996" cy="312216"/>
          </a:xfrm>
          <a:custGeom>
            <a:avLst/>
            <a:gdLst/>
            <a:ahLst/>
            <a:cxnLst/>
            <a:rect r="r" b="b" t="t" l="l"/>
            <a:pathLst>
              <a:path h="312216" w="476996">
                <a:moveTo>
                  <a:pt x="0" y="0"/>
                </a:moveTo>
                <a:lnTo>
                  <a:pt x="476997" y="0"/>
                </a:lnTo>
                <a:lnTo>
                  <a:pt x="476997" y="312216"/>
                </a:lnTo>
                <a:lnTo>
                  <a:pt x="0" y="31221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8579857" y="430789"/>
            <a:ext cx="112828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About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536689" y="430806"/>
            <a:ext cx="153737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128069" y="430806"/>
            <a:ext cx="153737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28700" y="449839"/>
            <a:ext cx="276880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DEEPDIVE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999711" y="9108716"/>
            <a:ext cx="2634387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513723" y="4299218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513723" y="5006910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b="true" sz="200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6513723" y="5709017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316904" y="2139232"/>
            <a:ext cx="6187808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9"/>
              </a:lnSpc>
            </a:pPr>
            <a:r>
              <a:rPr lang="en-US" sz="9000" i="true">
                <a:solidFill>
                  <a:srgbClr val="5170FF">
                    <a:alpha val="94902"/>
                  </a:srgbClr>
                </a:solidFill>
                <a:latin typeface="Anton Italics"/>
                <a:ea typeface="Anton Italics"/>
                <a:cs typeface="Anton Italics"/>
                <a:sym typeface="Anton Italics"/>
              </a:rPr>
              <a:t>OUR PROJECT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634098" y="4207908"/>
            <a:ext cx="5962418" cy="128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Each of the 4 team members had a central role in it, from the programmer to the 2D artists through the designer.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634098" y="3798774"/>
            <a:ext cx="3031350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Realizzazione del gioco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634098" y="6479306"/>
            <a:ext cx="5962418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organization and management within the team was proactive.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634098" y="6070172"/>
            <a:ext cx="368790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Team work e team building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16482520" y="396138"/>
            <a:ext cx="897134" cy="632562"/>
            <a:chOff x="0" y="0"/>
            <a:chExt cx="1196178" cy="843416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38741"/>
              <a:ext cx="874910" cy="569487"/>
            </a:xfrm>
            <a:custGeom>
              <a:avLst/>
              <a:gdLst/>
              <a:ahLst/>
              <a:cxnLst/>
              <a:rect r="r" b="b" t="t" l="l"/>
              <a:pathLst>
                <a:path h="569487" w="874910">
                  <a:moveTo>
                    <a:pt x="0" y="0"/>
                  </a:moveTo>
                  <a:lnTo>
                    <a:pt x="874910" y="0"/>
                  </a:lnTo>
                  <a:lnTo>
                    <a:pt x="874910" y="569487"/>
                  </a:lnTo>
                  <a:lnTo>
                    <a:pt x="0" y="5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>
                <a:extLst>
                  <a:ext uri="{96DAC541-7B7A-43D3-8B79-37D633B846F1}">
                    <asvg:svgBlip xmlns:asvg="http://schemas.microsoft.com/office/drawing/2016/SVG/main" r:embed="rId1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7" id="47"/>
            <p:cNvSpPr/>
            <p:nvPr/>
          </p:nvSpPr>
          <p:spPr>
            <a:xfrm flipH="false" flipV="false" rot="-2149470">
              <a:off x="329271" y="194080"/>
              <a:ext cx="810327" cy="455256"/>
            </a:xfrm>
            <a:custGeom>
              <a:avLst/>
              <a:gdLst/>
              <a:ahLst/>
              <a:cxnLst/>
              <a:rect r="r" b="b" t="t" l="l"/>
              <a:pathLst>
                <a:path h="455256" w="810327">
                  <a:moveTo>
                    <a:pt x="0" y="0"/>
                  </a:moveTo>
                  <a:lnTo>
                    <a:pt x="810327" y="0"/>
                  </a:lnTo>
                  <a:lnTo>
                    <a:pt x="810327" y="455256"/>
                  </a:lnTo>
                  <a:lnTo>
                    <a:pt x="0" y="45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>
                <a:extLst>
                  <a:ext uri="{96DAC541-7B7A-43D3-8B79-37D633B846F1}">
                    <asvg:svgBlip xmlns:asvg="http://schemas.microsoft.com/office/drawing/2016/SVG/main" r:embed="rId18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  <p:transition spd="slow">
    <p:wipe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1515" y="8322902"/>
            <a:ext cx="12089557" cy="6206642"/>
          </a:xfrm>
          <a:custGeom>
            <a:avLst/>
            <a:gdLst/>
            <a:ahLst/>
            <a:cxnLst/>
            <a:rect r="r" b="b" t="t" l="l"/>
            <a:pathLst>
              <a:path h="6206642" w="12089557">
                <a:moveTo>
                  <a:pt x="0" y="0"/>
                </a:moveTo>
                <a:lnTo>
                  <a:pt x="12089557" y="0"/>
                </a:lnTo>
                <a:lnTo>
                  <a:pt x="12089557" y="6206642"/>
                </a:lnTo>
                <a:lnTo>
                  <a:pt x="0" y="62066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64668" y="5165399"/>
            <a:ext cx="20027401" cy="5152259"/>
          </a:xfrm>
          <a:custGeom>
            <a:avLst/>
            <a:gdLst/>
            <a:ahLst/>
            <a:cxnLst/>
            <a:rect r="r" b="b" t="t" l="l"/>
            <a:pathLst>
              <a:path h="5152259" w="20027401">
                <a:moveTo>
                  <a:pt x="0" y="0"/>
                </a:moveTo>
                <a:lnTo>
                  <a:pt x="20027401" y="0"/>
                </a:lnTo>
                <a:lnTo>
                  <a:pt x="20027401" y="5152258"/>
                </a:lnTo>
                <a:lnTo>
                  <a:pt x="0" y="51522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-119217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09806" y="5403996"/>
            <a:ext cx="5172974" cy="3872964"/>
          </a:xfrm>
          <a:custGeom>
            <a:avLst/>
            <a:gdLst/>
            <a:ahLst/>
            <a:cxnLst/>
            <a:rect r="r" b="b" t="t" l="l"/>
            <a:pathLst>
              <a:path h="3872964" w="5172974">
                <a:moveTo>
                  <a:pt x="0" y="0"/>
                </a:moveTo>
                <a:lnTo>
                  <a:pt x="5172974" y="0"/>
                </a:lnTo>
                <a:lnTo>
                  <a:pt x="5172974" y="3872964"/>
                </a:lnTo>
                <a:lnTo>
                  <a:pt x="0" y="387296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636" t="-6250" r="-12450" b="-166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278221" y="789564"/>
            <a:ext cx="5323538" cy="5323538"/>
          </a:xfrm>
          <a:custGeom>
            <a:avLst/>
            <a:gdLst/>
            <a:ahLst/>
            <a:cxnLst/>
            <a:rect r="r" b="b" t="t" l="l"/>
            <a:pathLst>
              <a:path h="5323538" w="5323538">
                <a:moveTo>
                  <a:pt x="0" y="0"/>
                </a:moveTo>
                <a:lnTo>
                  <a:pt x="5323537" y="0"/>
                </a:lnTo>
                <a:lnTo>
                  <a:pt x="5323537" y="5323538"/>
                </a:lnTo>
                <a:lnTo>
                  <a:pt x="0" y="53235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449032" y="4009715"/>
            <a:ext cx="14307683" cy="14307683"/>
          </a:xfrm>
          <a:custGeom>
            <a:avLst/>
            <a:gdLst/>
            <a:ahLst/>
            <a:cxnLst/>
            <a:rect r="r" b="b" t="t" l="l"/>
            <a:pathLst>
              <a:path h="14307683" w="14307683">
                <a:moveTo>
                  <a:pt x="0" y="0"/>
                </a:moveTo>
                <a:lnTo>
                  <a:pt x="14307683" y="0"/>
                </a:lnTo>
                <a:lnTo>
                  <a:pt x="14307683" y="14307683"/>
                </a:lnTo>
                <a:lnTo>
                  <a:pt x="0" y="1430768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>
            <a:off x="0" y="1349894"/>
            <a:ext cx="18288000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6602874" y="8988449"/>
            <a:ext cx="656426" cy="656426"/>
          </a:xfrm>
          <a:custGeom>
            <a:avLst/>
            <a:gdLst/>
            <a:ahLst/>
            <a:cxnLst/>
            <a:rect r="r" b="b" t="t" l="l"/>
            <a:pathLst>
              <a:path h="656426" w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9" id="9"/>
          <p:cNvSpPr/>
          <p:nvPr/>
        </p:nvSpPr>
        <p:spPr>
          <a:xfrm>
            <a:off x="8699105" y="861834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111469" y="4289693"/>
            <a:ext cx="160330" cy="160330"/>
            <a:chOff x="0" y="0"/>
            <a:chExt cx="313109" cy="3131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4604010"/>
            <a:ext cx="325867" cy="325867"/>
            <a:chOff x="0" y="0"/>
            <a:chExt cx="636389" cy="6363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6389" cy="636389"/>
            </a:xfrm>
            <a:custGeom>
              <a:avLst/>
              <a:gdLst/>
              <a:ahLst/>
              <a:cxnLst/>
              <a:rect r="r" b="b" t="t" l="l"/>
              <a:pathLst>
                <a:path h="636389" w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gradFill>
                <a:gsLst>
                  <a:gs pos="0">
                    <a:srgbClr val="000E8D">
                      <a:alpha val="100000"/>
                    </a:srgbClr>
                  </a:gs>
                  <a:gs pos="100000">
                    <a:srgbClr val="000A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11469" y="4686779"/>
            <a:ext cx="160330" cy="160330"/>
            <a:chOff x="0" y="0"/>
            <a:chExt cx="313109" cy="3131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11469" y="5085234"/>
            <a:ext cx="160330" cy="160330"/>
            <a:chOff x="0" y="0"/>
            <a:chExt cx="313109" cy="3131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11469" y="5482320"/>
            <a:ext cx="160330" cy="160330"/>
            <a:chOff x="0" y="0"/>
            <a:chExt cx="313109" cy="3131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6316587" y="5403996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2525929" y="5416931"/>
            <a:ext cx="8140729" cy="7365223"/>
            <a:chOff x="0" y="0"/>
            <a:chExt cx="1185313" cy="1072397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85313" cy="1072397"/>
            </a:xfrm>
            <a:custGeom>
              <a:avLst/>
              <a:gdLst/>
              <a:ahLst/>
              <a:cxnLst/>
              <a:rect r="r" b="b" t="t" l="l"/>
              <a:pathLst>
                <a:path h="1072397" w="1185313">
                  <a:moveTo>
                    <a:pt x="0" y="0"/>
                  </a:moveTo>
                  <a:lnTo>
                    <a:pt x="1185313" y="0"/>
                  </a:lnTo>
                  <a:lnTo>
                    <a:pt x="1185313" y="1072397"/>
                  </a:lnTo>
                  <a:lnTo>
                    <a:pt x="0" y="1072397"/>
                  </a:lnTo>
                  <a:close/>
                </a:path>
              </a:pathLst>
            </a:custGeom>
            <a:blipFill>
              <a:blip r:embed="rId10"/>
              <a:stretch>
                <a:fillRect l="0" t="-27391" r="-6400" b="-13733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0365257" y="9165866"/>
            <a:ext cx="5574697" cy="4515089"/>
          </a:xfrm>
          <a:custGeom>
            <a:avLst/>
            <a:gdLst/>
            <a:ahLst/>
            <a:cxnLst/>
            <a:rect r="r" b="b" t="t" l="l"/>
            <a:pathLst>
              <a:path h="4515089" w="5574697">
                <a:moveTo>
                  <a:pt x="0" y="0"/>
                </a:moveTo>
                <a:lnTo>
                  <a:pt x="5574696" y="0"/>
                </a:lnTo>
                <a:lnTo>
                  <a:pt x="5574696" y="4515089"/>
                </a:lnTo>
                <a:lnTo>
                  <a:pt x="0" y="451508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6127" t="-6147" r="-12712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16482520" y="396138"/>
            <a:ext cx="897134" cy="632562"/>
            <a:chOff x="0" y="0"/>
            <a:chExt cx="1196178" cy="84341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38741"/>
              <a:ext cx="874910" cy="569487"/>
            </a:xfrm>
            <a:custGeom>
              <a:avLst/>
              <a:gdLst/>
              <a:ahLst/>
              <a:cxnLst/>
              <a:rect r="r" b="b" t="t" l="l"/>
              <a:pathLst>
                <a:path h="569487" w="874910">
                  <a:moveTo>
                    <a:pt x="0" y="0"/>
                  </a:moveTo>
                  <a:lnTo>
                    <a:pt x="874910" y="0"/>
                  </a:lnTo>
                  <a:lnTo>
                    <a:pt x="874910" y="569487"/>
                  </a:lnTo>
                  <a:lnTo>
                    <a:pt x="0" y="5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-2149470">
              <a:off x="329271" y="194080"/>
              <a:ext cx="810327" cy="455256"/>
            </a:xfrm>
            <a:custGeom>
              <a:avLst/>
              <a:gdLst/>
              <a:ahLst/>
              <a:cxnLst/>
              <a:rect r="r" b="b" t="t" l="l"/>
              <a:pathLst>
                <a:path h="455256" w="810327">
                  <a:moveTo>
                    <a:pt x="0" y="0"/>
                  </a:moveTo>
                  <a:lnTo>
                    <a:pt x="810327" y="0"/>
                  </a:lnTo>
                  <a:lnTo>
                    <a:pt x="810327" y="455256"/>
                  </a:lnTo>
                  <a:lnTo>
                    <a:pt x="0" y="45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463648" y="9165866"/>
            <a:ext cx="6739684" cy="1121134"/>
            <a:chOff x="0" y="0"/>
            <a:chExt cx="1775061" cy="29527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775061" cy="295278"/>
            </a:xfrm>
            <a:custGeom>
              <a:avLst/>
              <a:gdLst/>
              <a:ahLst/>
              <a:cxnLst/>
              <a:rect r="r" b="b" t="t" l="l"/>
              <a:pathLst>
                <a:path h="295278" w="1775061">
                  <a:moveTo>
                    <a:pt x="0" y="0"/>
                  </a:moveTo>
                  <a:lnTo>
                    <a:pt x="1775061" y="0"/>
                  </a:lnTo>
                  <a:lnTo>
                    <a:pt x="1775061" y="295278"/>
                  </a:lnTo>
                  <a:lnTo>
                    <a:pt x="0" y="295278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57150"/>
              <a:ext cx="1775061" cy="35242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AutoShape 35" id="35"/>
          <p:cNvSpPr/>
          <p:nvPr/>
        </p:nvSpPr>
        <p:spPr>
          <a:xfrm>
            <a:off x="3797501" y="9316662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36" id="36"/>
          <p:cNvSpPr/>
          <p:nvPr/>
        </p:nvSpPr>
        <p:spPr>
          <a:xfrm flipH="false" flipV="false" rot="0">
            <a:off x="9641818" y="2068797"/>
            <a:ext cx="4980233" cy="3124284"/>
          </a:xfrm>
          <a:custGeom>
            <a:avLst/>
            <a:gdLst/>
            <a:ahLst/>
            <a:cxnLst/>
            <a:rect r="r" b="b" t="t" l="l"/>
            <a:pathLst>
              <a:path h="3124284" w="4980233">
                <a:moveTo>
                  <a:pt x="0" y="0"/>
                </a:moveTo>
                <a:lnTo>
                  <a:pt x="4980233" y="0"/>
                </a:lnTo>
                <a:lnTo>
                  <a:pt x="4980233" y="3124283"/>
                </a:lnTo>
                <a:lnTo>
                  <a:pt x="0" y="3124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722" t="-7795" r="0" b="-1467"/>
            </a:stretch>
          </a:blipFill>
        </p:spPr>
      </p:sp>
      <p:grpSp>
        <p:nvGrpSpPr>
          <p:cNvPr name="Group 37" id="37"/>
          <p:cNvGrpSpPr/>
          <p:nvPr/>
        </p:nvGrpSpPr>
        <p:grpSpPr>
          <a:xfrm rot="0">
            <a:off x="9982582" y="3392029"/>
            <a:ext cx="2322796" cy="1801052"/>
            <a:chOff x="0" y="0"/>
            <a:chExt cx="937439" cy="726872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37439" cy="726872"/>
            </a:xfrm>
            <a:custGeom>
              <a:avLst/>
              <a:gdLst/>
              <a:ahLst/>
              <a:cxnLst/>
              <a:rect r="r" b="b" t="t" l="l"/>
              <a:pathLst>
                <a:path h="726872" w="937439">
                  <a:moveTo>
                    <a:pt x="0" y="0"/>
                  </a:moveTo>
                  <a:lnTo>
                    <a:pt x="937439" y="0"/>
                  </a:lnTo>
                  <a:lnTo>
                    <a:pt x="937439" y="726872"/>
                  </a:lnTo>
                  <a:lnTo>
                    <a:pt x="0" y="726872"/>
                  </a:lnTo>
                  <a:close/>
                </a:path>
              </a:pathLst>
            </a:custGeom>
            <a:blipFill>
              <a:blip r:embed="rId15"/>
              <a:stretch>
                <a:fillRect l="0" t="-15633" r="0" b="-15633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1912670" y="4316681"/>
            <a:ext cx="1161398" cy="900526"/>
            <a:chOff x="0" y="0"/>
            <a:chExt cx="937439" cy="726872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937439" cy="726872"/>
            </a:xfrm>
            <a:custGeom>
              <a:avLst/>
              <a:gdLst/>
              <a:ahLst/>
              <a:cxnLst/>
              <a:rect r="r" b="b" t="t" l="l"/>
              <a:pathLst>
                <a:path h="726872" w="937439">
                  <a:moveTo>
                    <a:pt x="0" y="0"/>
                  </a:moveTo>
                  <a:lnTo>
                    <a:pt x="937439" y="0"/>
                  </a:lnTo>
                  <a:lnTo>
                    <a:pt x="937439" y="726872"/>
                  </a:lnTo>
                  <a:lnTo>
                    <a:pt x="0" y="726872"/>
                  </a:lnTo>
                  <a:close/>
                </a:path>
              </a:pathLst>
            </a:custGeom>
            <a:blipFill>
              <a:blip r:embed="rId15"/>
              <a:stretch>
                <a:fillRect l="0" t="-15633" r="0" b="-15633"/>
              </a:stretch>
            </a:blipFill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10959964" y="6877474"/>
            <a:ext cx="4228207" cy="2767400"/>
          </a:xfrm>
          <a:custGeom>
            <a:avLst/>
            <a:gdLst/>
            <a:ahLst/>
            <a:cxnLst/>
            <a:rect r="r" b="b" t="t" l="l"/>
            <a:pathLst>
              <a:path h="2767400" w="4228207">
                <a:moveTo>
                  <a:pt x="0" y="0"/>
                </a:moveTo>
                <a:lnTo>
                  <a:pt x="4228207" y="0"/>
                </a:lnTo>
                <a:lnTo>
                  <a:pt x="4228207" y="2767401"/>
                </a:lnTo>
                <a:lnTo>
                  <a:pt x="0" y="276740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-48989" r="0" b="-34353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8579857" y="430789"/>
            <a:ext cx="112828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About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1536689" y="430806"/>
            <a:ext cx="153737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5128069" y="430806"/>
            <a:ext cx="153737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028700" y="449839"/>
            <a:ext cx="276880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DEEPDIVE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513723" y="4299218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513723" y="5006910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b="true" sz="200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6513723" y="5709017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316904" y="2139232"/>
            <a:ext cx="5818126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9"/>
              </a:lnSpc>
            </a:pPr>
            <a:r>
              <a:rPr lang="en-US" sz="9000" i="true">
                <a:solidFill>
                  <a:srgbClr val="5170FF">
                    <a:alpha val="94902"/>
                  </a:srgbClr>
                </a:solidFill>
                <a:latin typeface="Anton Italics"/>
                <a:ea typeface="Anton Italics"/>
                <a:cs typeface="Anton Italics"/>
                <a:sym typeface="Anton Italics"/>
              </a:rPr>
              <a:t>ACQUEAPERTE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2316904" y="3797683"/>
            <a:ext cx="5090996" cy="121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</a:pPr>
            <a:r>
              <a:rPr lang="en-US" sz="9464" i="true">
                <a:solidFill>
                  <a:srgbClr val="FFFFFF">
                    <a:alpha val="94902"/>
                  </a:srgbClr>
                </a:solidFill>
                <a:latin typeface="Anton Italics"/>
                <a:ea typeface="Anton Italics"/>
                <a:cs typeface="Anton Italics"/>
                <a:sym typeface="Anton Italics"/>
              </a:rPr>
              <a:t>1.A SPRITES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99711" y="9108716"/>
            <a:ext cx="2634387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</p:spTree>
  </p:cSld>
  <p:clrMapOvr>
    <a:masterClrMapping/>
  </p:clrMapOvr>
  <p:transition spd="slow">
    <p:wipe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78221" y="789564"/>
            <a:ext cx="5323538" cy="5323538"/>
          </a:xfrm>
          <a:custGeom>
            <a:avLst/>
            <a:gdLst/>
            <a:ahLst/>
            <a:cxnLst/>
            <a:rect r="r" b="b" t="t" l="l"/>
            <a:pathLst>
              <a:path h="5323538" w="5323538">
                <a:moveTo>
                  <a:pt x="0" y="0"/>
                </a:moveTo>
                <a:lnTo>
                  <a:pt x="5323537" y="0"/>
                </a:lnTo>
                <a:lnTo>
                  <a:pt x="5323537" y="5323538"/>
                </a:lnTo>
                <a:lnTo>
                  <a:pt x="0" y="532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513317" y="8207107"/>
            <a:ext cx="12089557" cy="6206642"/>
          </a:xfrm>
          <a:custGeom>
            <a:avLst/>
            <a:gdLst/>
            <a:ahLst/>
            <a:cxnLst/>
            <a:rect r="r" b="b" t="t" l="l"/>
            <a:pathLst>
              <a:path h="6206642" w="12089557">
                <a:moveTo>
                  <a:pt x="0" y="0"/>
                </a:moveTo>
                <a:lnTo>
                  <a:pt x="12089557" y="0"/>
                </a:lnTo>
                <a:lnTo>
                  <a:pt x="12089557" y="6206642"/>
                </a:lnTo>
                <a:lnTo>
                  <a:pt x="0" y="6206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64668" y="5165399"/>
            <a:ext cx="20027401" cy="5152259"/>
          </a:xfrm>
          <a:custGeom>
            <a:avLst/>
            <a:gdLst/>
            <a:ahLst/>
            <a:cxnLst/>
            <a:rect r="r" b="b" t="t" l="l"/>
            <a:pathLst>
              <a:path h="5152259" w="20027401">
                <a:moveTo>
                  <a:pt x="0" y="0"/>
                </a:moveTo>
                <a:lnTo>
                  <a:pt x="20027401" y="0"/>
                </a:lnTo>
                <a:lnTo>
                  <a:pt x="20027401" y="5152258"/>
                </a:lnTo>
                <a:lnTo>
                  <a:pt x="0" y="5152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19217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49032" y="4009715"/>
            <a:ext cx="14307683" cy="14307683"/>
          </a:xfrm>
          <a:custGeom>
            <a:avLst/>
            <a:gdLst/>
            <a:ahLst/>
            <a:cxnLst/>
            <a:rect r="r" b="b" t="t" l="l"/>
            <a:pathLst>
              <a:path h="14307683" w="14307683">
                <a:moveTo>
                  <a:pt x="0" y="0"/>
                </a:moveTo>
                <a:lnTo>
                  <a:pt x="14307683" y="0"/>
                </a:lnTo>
                <a:lnTo>
                  <a:pt x="14307683" y="14307683"/>
                </a:lnTo>
                <a:lnTo>
                  <a:pt x="0" y="14307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0" y="1349894"/>
            <a:ext cx="18288000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6602874" y="8988449"/>
            <a:ext cx="656426" cy="656426"/>
          </a:xfrm>
          <a:custGeom>
            <a:avLst/>
            <a:gdLst/>
            <a:ahLst/>
            <a:cxnLst/>
            <a:rect r="r" b="b" t="t" l="l"/>
            <a:pathLst>
              <a:path h="656426" w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3797501" y="9316662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8699105" y="861834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111469" y="4289693"/>
            <a:ext cx="160330" cy="160330"/>
            <a:chOff x="0" y="0"/>
            <a:chExt cx="313109" cy="3131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4604010"/>
            <a:ext cx="325867" cy="325867"/>
            <a:chOff x="0" y="0"/>
            <a:chExt cx="636389" cy="6363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6389" cy="636389"/>
            </a:xfrm>
            <a:custGeom>
              <a:avLst/>
              <a:gdLst/>
              <a:ahLst/>
              <a:cxnLst/>
              <a:rect r="r" b="b" t="t" l="l"/>
              <a:pathLst>
                <a:path h="636389" w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gradFill>
                <a:gsLst>
                  <a:gs pos="0">
                    <a:srgbClr val="000E8D">
                      <a:alpha val="100000"/>
                    </a:srgbClr>
                  </a:gs>
                  <a:gs pos="100000">
                    <a:srgbClr val="000A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11469" y="4686779"/>
            <a:ext cx="160330" cy="160330"/>
            <a:chOff x="0" y="0"/>
            <a:chExt cx="313109" cy="3131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11469" y="5085234"/>
            <a:ext cx="160330" cy="160330"/>
            <a:chOff x="0" y="0"/>
            <a:chExt cx="313109" cy="3131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11469" y="5482320"/>
            <a:ext cx="160330" cy="160330"/>
            <a:chOff x="0" y="0"/>
            <a:chExt cx="313109" cy="3131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6316587" y="5403996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16482520" y="396138"/>
            <a:ext cx="897134" cy="632562"/>
            <a:chOff x="0" y="0"/>
            <a:chExt cx="1196178" cy="84341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38741"/>
              <a:ext cx="874910" cy="569487"/>
            </a:xfrm>
            <a:custGeom>
              <a:avLst/>
              <a:gdLst/>
              <a:ahLst/>
              <a:cxnLst/>
              <a:rect r="r" b="b" t="t" l="l"/>
              <a:pathLst>
                <a:path h="569487" w="874910">
                  <a:moveTo>
                    <a:pt x="0" y="0"/>
                  </a:moveTo>
                  <a:lnTo>
                    <a:pt x="874910" y="0"/>
                  </a:lnTo>
                  <a:lnTo>
                    <a:pt x="874910" y="569487"/>
                  </a:lnTo>
                  <a:lnTo>
                    <a:pt x="0" y="5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8" id="28"/>
            <p:cNvSpPr/>
            <p:nvPr/>
          </p:nvSpPr>
          <p:spPr>
            <a:xfrm flipH="false" flipV="false" rot="-2149470">
              <a:off x="329271" y="194080"/>
              <a:ext cx="810327" cy="455256"/>
            </a:xfrm>
            <a:custGeom>
              <a:avLst/>
              <a:gdLst/>
              <a:ahLst/>
              <a:cxnLst/>
              <a:rect r="r" b="b" t="t" l="l"/>
              <a:pathLst>
                <a:path h="455256" w="810327">
                  <a:moveTo>
                    <a:pt x="0" y="0"/>
                  </a:moveTo>
                  <a:lnTo>
                    <a:pt x="810327" y="0"/>
                  </a:lnTo>
                  <a:lnTo>
                    <a:pt x="810327" y="455256"/>
                  </a:lnTo>
                  <a:lnTo>
                    <a:pt x="0" y="45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3030021" y="2812650"/>
            <a:ext cx="12227958" cy="5990735"/>
          </a:xfrm>
          <a:custGeom>
            <a:avLst/>
            <a:gdLst/>
            <a:ahLst/>
            <a:cxnLst/>
            <a:rect r="r" b="b" t="t" l="l"/>
            <a:pathLst>
              <a:path h="5990735" w="12227958">
                <a:moveTo>
                  <a:pt x="0" y="0"/>
                </a:moveTo>
                <a:lnTo>
                  <a:pt x="12227958" y="0"/>
                </a:lnTo>
                <a:lnTo>
                  <a:pt x="12227958" y="5990735"/>
                </a:lnTo>
                <a:lnTo>
                  <a:pt x="0" y="5990735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8579857" y="430789"/>
            <a:ext cx="112828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About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536689" y="430806"/>
            <a:ext cx="153737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128069" y="430806"/>
            <a:ext cx="153737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28700" y="449839"/>
            <a:ext cx="276880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DEEPDIVE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99711" y="9108716"/>
            <a:ext cx="2634387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6513723" y="4299218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6513723" y="5006910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b="true" sz="200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6513723" y="5709017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316904" y="2139232"/>
            <a:ext cx="5818126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9"/>
              </a:lnSpc>
            </a:pPr>
            <a:r>
              <a:rPr lang="en-US" sz="9000" i="true">
                <a:solidFill>
                  <a:srgbClr val="5170FF">
                    <a:alpha val="94902"/>
                  </a:srgbClr>
                </a:solidFill>
                <a:latin typeface="Anton Italics"/>
                <a:ea typeface="Anton Italics"/>
                <a:cs typeface="Anton Italics"/>
                <a:sym typeface="Anton Italics"/>
              </a:rPr>
              <a:t>ACQUEAPERTE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316904" y="3797683"/>
            <a:ext cx="5149232" cy="121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</a:pPr>
            <a:r>
              <a:rPr lang="en-US" sz="9464" i="true">
                <a:solidFill>
                  <a:srgbClr val="FFFFFF">
                    <a:alpha val="94902"/>
                  </a:srgbClr>
                </a:solidFill>
                <a:latin typeface="Anton Italics"/>
                <a:ea typeface="Anton Italics"/>
                <a:cs typeface="Anton Italics"/>
                <a:sym typeface="Anton Italics"/>
              </a:rPr>
              <a:t>2.A ENEMY</a:t>
            </a:r>
          </a:p>
        </p:txBody>
      </p:sp>
    </p:spTree>
  </p:cSld>
  <p:clrMapOvr>
    <a:masterClrMapping/>
  </p:clrMapOvr>
  <p:transition spd="fast">
    <p:circl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78221" y="789564"/>
            <a:ext cx="5323538" cy="5323538"/>
          </a:xfrm>
          <a:custGeom>
            <a:avLst/>
            <a:gdLst/>
            <a:ahLst/>
            <a:cxnLst/>
            <a:rect r="r" b="b" t="t" l="l"/>
            <a:pathLst>
              <a:path h="5323538" w="5323538">
                <a:moveTo>
                  <a:pt x="0" y="0"/>
                </a:moveTo>
                <a:lnTo>
                  <a:pt x="5323537" y="0"/>
                </a:lnTo>
                <a:lnTo>
                  <a:pt x="5323537" y="5323538"/>
                </a:lnTo>
                <a:lnTo>
                  <a:pt x="0" y="532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128069" y="8207107"/>
            <a:ext cx="12089557" cy="6206642"/>
          </a:xfrm>
          <a:custGeom>
            <a:avLst/>
            <a:gdLst/>
            <a:ahLst/>
            <a:cxnLst/>
            <a:rect r="r" b="b" t="t" l="l"/>
            <a:pathLst>
              <a:path h="6206642" w="12089557">
                <a:moveTo>
                  <a:pt x="0" y="0"/>
                </a:moveTo>
                <a:lnTo>
                  <a:pt x="12089557" y="0"/>
                </a:lnTo>
                <a:lnTo>
                  <a:pt x="12089557" y="6206642"/>
                </a:lnTo>
                <a:lnTo>
                  <a:pt x="0" y="6206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64668" y="5165399"/>
            <a:ext cx="20027401" cy="5152259"/>
          </a:xfrm>
          <a:custGeom>
            <a:avLst/>
            <a:gdLst/>
            <a:ahLst/>
            <a:cxnLst/>
            <a:rect r="r" b="b" t="t" l="l"/>
            <a:pathLst>
              <a:path h="5152259" w="20027401">
                <a:moveTo>
                  <a:pt x="0" y="0"/>
                </a:moveTo>
                <a:lnTo>
                  <a:pt x="20027401" y="0"/>
                </a:lnTo>
                <a:lnTo>
                  <a:pt x="20027401" y="5152258"/>
                </a:lnTo>
                <a:lnTo>
                  <a:pt x="0" y="5152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19217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49032" y="4009715"/>
            <a:ext cx="14307683" cy="14307683"/>
          </a:xfrm>
          <a:custGeom>
            <a:avLst/>
            <a:gdLst/>
            <a:ahLst/>
            <a:cxnLst/>
            <a:rect r="r" b="b" t="t" l="l"/>
            <a:pathLst>
              <a:path h="14307683" w="14307683">
                <a:moveTo>
                  <a:pt x="0" y="0"/>
                </a:moveTo>
                <a:lnTo>
                  <a:pt x="14307683" y="0"/>
                </a:lnTo>
                <a:lnTo>
                  <a:pt x="14307683" y="14307683"/>
                </a:lnTo>
                <a:lnTo>
                  <a:pt x="0" y="14307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0" y="1349894"/>
            <a:ext cx="18288000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6602874" y="8988449"/>
            <a:ext cx="656426" cy="656426"/>
          </a:xfrm>
          <a:custGeom>
            <a:avLst/>
            <a:gdLst/>
            <a:ahLst/>
            <a:cxnLst/>
            <a:rect r="r" b="b" t="t" l="l"/>
            <a:pathLst>
              <a:path h="656426" w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3797501" y="9316662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>
            <a:off x="8699105" y="861834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111469" y="4289693"/>
            <a:ext cx="160330" cy="160330"/>
            <a:chOff x="0" y="0"/>
            <a:chExt cx="313109" cy="3131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28700" y="4604010"/>
            <a:ext cx="325867" cy="325867"/>
            <a:chOff x="0" y="0"/>
            <a:chExt cx="636389" cy="6363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36389" cy="636389"/>
            </a:xfrm>
            <a:custGeom>
              <a:avLst/>
              <a:gdLst/>
              <a:ahLst/>
              <a:cxnLst/>
              <a:rect r="r" b="b" t="t" l="l"/>
              <a:pathLst>
                <a:path h="636389" w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gradFill>
                <a:gsLst>
                  <a:gs pos="0">
                    <a:srgbClr val="000E8D">
                      <a:alpha val="100000"/>
                    </a:srgbClr>
                  </a:gs>
                  <a:gs pos="100000">
                    <a:srgbClr val="000A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11469" y="4686779"/>
            <a:ext cx="160330" cy="160330"/>
            <a:chOff x="0" y="0"/>
            <a:chExt cx="313109" cy="31310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11469" y="5085234"/>
            <a:ext cx="160330" cy="160330"/>
            <a:chOff x="0" y="0"/>
            <a:chExt cx="313109" cy="31310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111469" y="5482320"/>
            <a:ext cx="160330" cy="160330"/>
            <a:chOff x="0" y="0"/>
            <a:chExt cx="313109" cy="31310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AutoShape 25" id="25"/>
          <p:cNvSpPr/>
          <p:nvPr/>
        </p:nvSpPr>
        <p:spPr>
          <a:xfrm>
            <a:off x="16316587" y="5403996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26" id="26"/>
          <p:cNvGrpSpPr/>
          <p:nvPr/>
        </p:nvGrpSpPr>
        <p:grpSpPr>
          <a:xfrm rot="0">
            <a:off x="3528559" y="5562753"/>
            <a:ext cx="5717419" cy="3306568"/>
            <a:chOff x="0" y="0"/>
            <a:chExt cx="832472" cy="481445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32472" cy="481445"/>
            </a:xfrm>
            <a:custGeom>
              <a:avLst/>
              <a:gdLst/>
              <a:ahLst/>
              <a:cxnLst/>
              <a:rect r="r" b="b" t="t" l="l"/>
              <a:pathLst>
                <a:path h="481445" w="832472">
                  <a:moveTo>
                    <a:pt x="0" y="0"/>
                  </a:moveTo>
                  <a:lnTo>
                    <a:pt x="832472" y="0"/>
                  </a:lnTo>
                  <a:lnTo>
                    <a:pt x="832472" y="481445"/>
                  </a:lnTo>
                  <a:lnTo>
                    <a:pt x="0" y="481445"/>
                  </a:lnTo>
                  <a:close/>
                </a:path>
              </a:pathLst>
            </a:custGeom>
            <a:blipFill>
              <a:blip r:embed="rId9"/>
              <a:stretch>
                <a:fillRect l="-2722" t="-12692" r="0" b="-5828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10674588" y="6283057"/>
            <a:ext cx="5574697" cy="4515089"/>
          </a:xfrm>
          <a:custGeom>
            <a:avLst/>
            <a:gdLst/>
            <a:ahLst/>
            <a:cxnLst/>
            <a:rect r="r" b="b" t="t" l="l"/>
            <a:pathLst>
              <a:path h="4515089" w="5574697">
                <a:moveTo>
                  <a:pt x="0" y="0"/>
                </a:moveTo>
                <a:lnTo>
                  <a:pt x="5574697" y="0"/>
                </a:lnTo>
                <a:lnTo>
                  <a:pt x="5574697" y="4515089"/>
                </a:lnTo>
                <a:lnTo>
                  <a:pt x="0" y="451508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16127" t="-6147" r="-12712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1913114">
            <a:off x="11870167" y="8327981"/>
            <a:ext cx="3109771" cy="3113062"/>
            <a:chOff x="0" y="0"/>
            <a:chExt cx="726104" cy="72687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26104" cy="726872"/>
            </a:xfrm>
            <a:custGeom>
              <a:avLst/>
              <a:gdLst/>
              <a:ahLst/>
              <a:cxnLst/>
              <a:rect r="r" b="b" t="t" l="l"/>
              <a:pathLst>
                <a:path h="726872" w="726104">
                  <a:moveTo>
                    <a:pt x="0" y="0"/>
                  </a:moveTo>
                  <a:lnTo>
                    <a:pt x="726104" y="0"/>
                  </a:lnTo>
                  <a:lnTo>
                    <a:pt x="726104" y="726872"/>
                  </a:lnTo>
                  <a:lnTo>
                    <a:pt x="0" y="726872"/>
                  </a:lnTo>
                  <a:close/>
                </a:path>
              </a:pathLst>
            </a:custGeom>
            <a:blipFill>
              <a:blip r:embed="rId10"/>
              <a:stretch>
                <a:fillRect l="-52" t="0" r="-52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6482520" y="396138"/>
            <a:ext cx="897134" cy="632562"/>
            <a:chOff x="0" y="0"/>
            <a:chExt cx="1196178" cy="84341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38741"/>
              <a:ext cx="874910" cy="569487"/>
            </a:xfrm>
            <a:custGeom>
              <a:avLst/>
              <a:gdLst/>
              <a:ahLst/>
              <a:cxnLst/>
              <a:rect r="r" b="b" t="t" l="l"/>
              <a:pathLst>
                <a:path h="569487" w="874910">
                  <a:moveTo>
                    <a:pt x="0" y="0"/>
                  </a:moveTo>
                  <a:lnTo>
                    <a:pt x="874910" y="0"/>
                  </a:lnTo>
                  <a:lnTo>
                    <a:pt x="874910" y="569487"/>
                  </a:lnTo>
                  <a:lnTo>
                    <a:pt x="0" y="5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3" id="33"/>
            <p:cNvSpPr/>
            <p:nvPr/>
          </p:nvSpPr>
          <p:spPr>
            <a:xfrm flipH="false" flipV="false" rot="-2149470">
              <a:off x="329271" y="194080"/>
              <a:ext cx="810327" cy="455256"/>
            </a:xfrm>
            <a:custGeom>
              <a:avLst/>
              <a:gdLst/>
              <a:ahLst/>
              <a:cxnLst/>
              <a:rect r="r" b="b" t="t" l="l"/>
              <a:pathLst>
                <a:path h="455256" w="810327">
                  <a:moveTo>
                    <a:pt x="0" y="0"/>
                  </a:moveTo>
                  <a:lnTo>
                    <a:pt x="810327" y="0"/>
                  </a:lnTo>
                  <a:lnTo>
                    <a:pt x="810327" y="455256"/>
                  </a:lnTo>
                  <a:lnTo>
                    <a:pt x="0" y="45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4" id="34"/>
          <p:cNvGrpSpPr/>
          <p:nvPr/>
        </p:nvGrpSpPr>
        <p:grpSpPr>
          <a:xfrm rot="0">
            <a:off x="10580628" y="2068797"/>
            <a:ext cx="4986881" cy="3176767"/>
            <a:chOff x="0" y="0"/>
            <a:chExt cx="726104" cy="462546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26104" cy="462546"/>
            </a:xfrm>
            <a:custGeom>
              <a:avLst/>
              <a:gdLst/>
              <a:ahLst/>
              <a:cxnLst/>
              <a:rect r="r" b="b" t="t" l="l"/>
              <a:pathLst>
                <a:path h="462546" w="726104">
                  <a:moveTo>
                    <a:pt x="0" y="0"/>
                  </a:moveTo>
                  <a:lnTo>
                    <a:pt x="726104" y="0"/>
                  </a:lnTo>
                  <a:lnTo>
                    <a:pt x="726104" y="462546"/>
                  </a:lnTo>
                  <a:lnTo>
                    <a:pt x="0" y="462546"/>
                  </a:lnTo>
                  <a:close/>
                </a:path>
              </a:pathLst>
            </a:custGeom>
            <a:blipFill>
              <a:blip r:embed="rId9"/>
              <a:stretch>
                <a:fillRect l="-2722" t="-6916" r="0" b="-684"/>
              </a:stretch>
            </a:blip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11592033" y="2408827"/>
            <a:ext cx="3056754" cy="2899919"/>
          </a:xfrm>
          <a:custGeom>
            <a:avLst/>
            <a:gdLst/>
            <a:ahLst/>
            <a:cxnLst/>
            <a:rect r="r" b="b" t="t" l="l"/>
            <a:pathLst>
              <a:path h="2899919" w="3056754">
                <a:moveTo>
                  <a:pt x="0" y="0"/>
                </a:moveTo>
                <a:lnTo>
                  <a:pt x="3056754" y="0"/>
                </a:lnTo>
                <a:lnTo>
                  <a:pt x="3056754" y="2899919"/>
                </a:lnTo>
                <a:lnTo>
                  <a:pt x="0" y="2899919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22710" t="-39434" r="-24721" b="-15971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-10800000">
            <a:off x="4519608" y="6706251"/>
            <a:ext cx="3402000" cy="2162802"/>
          </a:xfrm>
          <a:custGeom>
            <a:avLst/>
            <a:gdLst/>
            <a:ahLst/>
            <a:cxnLst/>
            <a:rect r="r" b="b" t="t" l="l"/>
            <a:pathLst>
              <a:path h="2162802" w="3402000">
                <a:moveTo>
                  <a:pt x="0" y="0"/>
                </a:moveTo>
                <a:lnTo>
                  <a:pt x="3402001" y="0"/>
                </a:lnTo>
                <a:lnTo>
                  <a:pt x="3402001" y="2162802"/>
                </a:lnTo>
                <a:lnTo>
                  <a:pt x="0" y="216280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-57296" r="0" b="0"/>
            </a:stretch>
          </a:blipFill>
        </p:spPr>
      </p:sp>
      <p:sp>
        <p:nvSpPr>
          <p:cNvPr name="TextBox 38" id="38"/>
          <p:cNvSpPr txBox="true"/>
          <p:nvPr/>
        </p:nvSpPr>
        <p:spPr>
          <a:xfrm rot="0">
            <a:off x="16513723" y="5709017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579857" y="430789"/>
            <a:ext cx="112828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About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536689" y="430806"/>
            <a:ext cx="153737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5128069" y="430806"/>
            <a:ext cx="153737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028700" y="449839"/>
            <a:ext cx="276880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DEEPDIVE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99711" y="9108716"/>
            <a:ext cx="2634387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6513723" y="4299218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6513723" y="5006910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b="true" sz="200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2316904" y="2139232"/>
            <a:ext cx="5818126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9"/>
              </a:lnSpc>
            </a:pPr>
            <a:r>
              <a:rPr lang="en-US" sz="9000" i="true">
                <a:solidFill>
                  <a:srgbClr val="5170FF">
                    <a:alpha val="94902"/>
                  </a:srgbClr>
                </a:solidFill>
                <a:latin typeface="Anton Italics"/>
                <a:ea typeface="Anton Italics"/>
                <a:cs typeface="Anton Italics"/>
                <a:sym typeface="Anton Italics"/>
              </a:rPr>
              <a:t>ACQUEAPERTE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2316904" y="3797683"/>
            <a:ext cx="8140729" cy="121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</a:pPr>
            <a:r>
              <a:rPr lang="en-US" sz="9464" i="true">
                <a:solidFill>
                  <a:srgbClr val="FFFFFF">
                    <a:alpha val="94902"/>
                  </a:srgbClr>
                </a:solidFill>
                <a:latin typeface="Anton Italics"/>
                <a:ea typeface="Anton Italics"/>
                <a:cs typeface="Anton Italics"/>
                <a:sym typeface="Anton Italics"/>
              </a:rPr>
              <a:t>2.B COLLECTABLES</a:t>
            </a:r>
          </a:p>
        </p:txBody>
      </p:sp>
    </p:spTree>
  </p:cSld>
  <p:clrMapOvr>
    <a:masterClrMapping/>
  </p:clrMapOvr>
  <p:transition spd="fast">
    <p:circl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78221" y="789564"/>
            <a:ext cx="5323538" cy="5323538"/>
          </a:xfrm>
          <a:custGeom>
            <a:avLst/>
            <a:gdLst/>
            <a:ahLst/>
            <a:cxnLst/>
            <a:rect r="r" b="b" t="t" l="l"/>
            <a:pathLst>
              <a:path h="5323538" w="5323538">
                <a:moveTo>
                  <a:pt x="0" y="0"/>
                </a:moveTo>
                <a:lnTo>
                  <a:pt x="5323537" y="0"/>
                </a:lnTo>
                <a:lnTo>
                  <a:pt x="5323537" y="5323538"/>
                </a:lnTo>
                <a:lnTo>
                  <a:pt x="0" y="532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665448" y="8363059"/>
            <a:ext cx="12089557" cy="6206642"/>
          </a:xfrm>
          <a:custGeom>
            <a:avLst/>
            <a:gdLst/>
            <a:ahLst/>
            <a:cxnLst/>
            <a:rect r="r" b="b" t="t" l="l"/>
            <a:pathLst>
              <a:path h="6206642" w="12089557">
                <a:moveTo>
                  <a:pt x="0" y="0"/>
                </a:moveTo>
                <a:lnTo>
                  <a:pt x="12089557" y="0"/>
                </a:lnTo>
                <a:lnTo>
                  <a:pt x="12089557" y="6206642"/>
                </a:lnTo>
                <a:lnTo>
                  <a:pt x="0" y="62066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64668" y="5165399"/>
            <a:ext cx="20027401" cy="5152259"/>
          </a:xfrm>
          <a:custGeom>
            <a:avLst/>
            <a:gdLst/>
            <a:ahLst/>
            <a:cxnLst/>
            <a:rect r="r" b="b" t="t" l="l"/>
            <a:pathLst>
              <a:path h="5152259" w="20027401">
                <a:moveTo>
                  <a:pt x="0" y="0"/>
                </a:moveTo>
                <a:lnTo>
                  <a:pt x="20027401" y="0"/>
                </a:lnTo>
                <a:lnTo>
                  <a:pt x="20027401" y="5152258"/>
                </a:lnTo>
                <a:lnTo>
                  <a:pt x="0" y="5152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19217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449032" y="4009715"/>
            <a:ext cx="14307683" cy="14307683"/>
          </a:xfrm>
          <a:custGeom>
            <a:avLst/>
            <a:gdLst/>
            <a:ahLst/>
            <a:cxnLst/>
            <a:rect r="r" b="b" t="t" l="l"/>
            <a:pathLst>
              <a:path h="14307683" w="14307683">
                <a:moveTo>
                  <a:pt x="0" y="0"/>
                </a:moveTo>
                <a:lnTo>
                  <a:pt x="14307683" y="0"/>
                </a:lnTo>
                <a:lnTo>
                  <a:pt x="14307683" y="14307683"/>
                </a:lnTo>
                <a:lnTo>
                  <a:pt x="0" y="14307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0" y="1349894"/>
            <a:ext cx="18288000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10715754" y="5468988"/>
            <a:ext cx="5938849" cy="4837062"/>
            <a:chOff x="0" y="0"/>
            <a:chExt cx="864713" cy="7042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4713" cy="704290"/>
            </a:xfrm>
            <a:custGeom>
              <a:avLst/>
              <a:gdLst/>
              <a:ahLst/>
              <a:cxnLst/>
              <a:rect r="r" b="b" t="t" l="l"/>
              <a:pathLst>
                <a:path h="704290" w="864713">
                  <a:moveTo>
                    <a:pt x="0" y="0"/>
                  </a:moveTo>
                  <a:lnTo>
                    <a:pt x="864713" y="0"/>
                  </a:lnTo>
                  <a:lnTo>
                    <a:pt x="864713" y="704290"/>
                  </a:lnTo>
                  <a:lnTo>
                    <a:pt x="0" y="704290"/>
                  </a:lnTo>
                  <a:close/>
                </a:path>
              </a:pathLst>
            </a:custGeom>
            <a:blipFill>
              <a:blip r:embed="rId7"/>
              <a:stretch>
                <a:fillRect l="-21167" t="0" r="-21167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6602874" y="8988449"/>
            <a:ext cx="656426" cy="656426"/>
          </a:xfrm>
          <a:custGeom>
            <a:avLst/>
            <a:gdLst/>
            <a:ahLst/>
            <a:cxnLst/>
            <a:rect r="r" b="b" t="t" l="l"/>
            <a:pathLst>
              <a:path h="656426" w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3797501" y="9316662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8699105" y="861834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111469" y="4289693"/>
            <a:ext cx="160330" cy="160330"/>
            <a:chOff x="0" y="0"/>
            <a:chExt cx="313109" cy="31310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28700" y="4604010"/>
            <a:ext cx="325867" cy="325867"/>
            <a:chOff x="0" y="0"/>
            <a:chExt cx="636389" cy="63638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36389" cy="636389"/>
            </a:xfrm>
            <a:custGeom>
              <a:avLst/>
              <a:gdLst/>
              <a:ahLst/>
              <a:cxnLst/>
              <a:rect r="r" b="b" t="t" l="l"/>
              <a:pathLst>
                <a:path h="636389" w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gradFill>
                <a:gsLst>
                  <a:gs pos="0">
                    <a:srgbClr val="000E8D">
                      <a:alpha val="100000"/>
                    </a:srgbClr>
                  </a:gs>
                  <a:gs pos="100000">
                    <a:srgbClr val="000A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11469" y="4686779"/>
            <a:ext cx="160330" cy="160330"/>
            <a:chOff x="0" y="0"/>
            <a:chExt cx="313109" cy="3131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11469" y="5085234"/>
            <a:ext cx="160330" cy="160330"/>
            <a:chOff x="0" y="0"/>
            <a:chExt cx="313109" cy="31310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11469" y="5482320"/>
            <a:ext cx="160330" cy="160330"/>
            <a:chOff x="0" y="0"/>
            <a:chExt cx="313109" cy="31310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>
            <a:off x="16316587" y="5403996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28" id="28"/>
          <p:cNvGrpSpPr/>
          <p:nvPr/>
        </p:nvGrpSpPr>
        <p:grpSpPr>
          <a:xfrm rot="0">
            <a:off x="2413100" y="5143500"/>
            <a:ext cx="8140729" cy="4601936"/>
            <a:chOff x="0" y="0"/>
            <a:chExt cx="1185313" cy="67005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85313" cy="670054"/>
            </a:xfrm>
            <a:custGeom>
              <a:avLst/>
              <a:gdLst/>
              <a:ahLst/>
              <a:cxnLst/>
              <a:rect r="r" b="b" t="t" l="l"/>
              <a:pathLst>
                <a:path h="670054" w="1185313">
                  <a:moveTo>
                    <a:pt x="0" y="0"/>
                  </a:moveTo>
                  <a:lnTo>
                    <a:pt x="1185313" y="0"/>
                  </a:lnTo>
                  <a:lnTo>
                    <a:pt x="1185313" y="670054"/>
                  </a:lnTo>
                  <a:lnTo>
                    <a:pt x="0" y="670054"/>
                  </a:lnTo>
                  <a:close/>
                </a:path>
              </a:pathLst>
            </a:custGeom>
            <a:blipFill>
              <a:blip r:embed="rId10"/>
              <a:stretch>
                <a:fillRect l="0" t="-361" r="0" b="-1530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6482520" y="396138"/>
            <a:ext cx="897134" cy="632562"/>
            <a:chOff x="0" y="0"/>
            <a:chExt cx="1196178" cy="84341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38741"/>
              <a:ext cx="874910" cy="569487"/>
            </a:xfrm>
            <a:custGeom>
              <a:avLst/>
              <a:gdLst/>
              <a:ahLst/>
              <a:cxnLst/>
              <a:rect r="r" b="b" t="t" l="l"/>
              <a:pathLst>
                <a:path h="569487" w="874910">
                  <a:moveTo>
                    <a:pt x="0" y="0"/>
                  </a:moveTo>
                  <a:lnTo>
                    <a:pt x="874910" y="0"/>
                  </a:lnTo>
                  <a:lnTo>
                    <a:pt x="874910" y="569487"/>
                  </a:lnTo>
                  <a:lnTo>
                    <a:pt x="0" y="5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32" id="32"/>
            <p:cNvSpPr/>
            <p:nvPr/>
          </p:nvSpPr>
          <p:spPr>
            <a:xfrm flipH="false" flipV="false" rot="-2149470">
              <a:off x="329271" y="194080"/>
              <a:ext cx="810327" cy="455256"/>
            </a:xfrm>
            <a:custGeom>
              <a:avLst/>
              <a:gdLst/>
              <a:ahLst/>
              <a:cxnLst/>
              <a:rect r="r" b="b" t="t" l="l"/>
              <a:pathLst>
                <a:path h="455256" w="810327">
                  <a:moveTo>
                    <a:pt x="0" y="0"/>
                  </a:moveTo>
                  <a:lnTo>
                    <a:pt x="810327" y="0"/>
                  </a:lnTo>
                  <a:lnTo>
                    <a:pt x="810327" y="455256"/>
                  </a:lnTo>
                  <a:lnTo>
                    <a:pt x="0" y="45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9182780" y="2003126"/>
            <a:ext cx="4986881" cy="2835487"/>
            <a:chOff x="0" y="0"/>
            <a:chExt cx="726104" cy="41285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26104" cy="412855"/>
            </a:xfrm>
            <a:custGeom>
              <a:avLst/>
              <a:gdLst/>
              <a:ahLst/>
              <a:cxnLst/>
              <a:rect r="r" b="b" t="t" l="l"/>
              <a:pathLst>
                <a:path h="412855" w="726104">
                  <a:moveTo>
                    <a:pt x="0" y="0"/>
                  </a:moveTo>
                  <a:lnTo>
                    <a:pt x="726104" y="0"/>
                  </a:lnTo>
                  <a:lnTo>
                    <a:pt x="726104" y="412855"/>
                  </a:lnTo>
                  <a:lnTo>
                    <a:pt x="0" y="412855"/>
                  </a:lnTo>
                  <a:close/>
                </a:path>
              </a:pathLst>
            </a:custGeom>
            <a:blipFill>
              <a:blip r:embed="rId15"/>
              <a:stretch>
                <a:fillRect l="0" t="-455" r="0" b="-455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8579857" y="430789"/>
            <a:ext cx="112828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About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536689" y="430806"/>
            <a:ext cx="153737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128069" y="430806"/>
            <a:ext cx="153737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028700" y="449839"/>
            <a:ext cx="276880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DEEPDIVE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99711" y="9108716"/>
            <a:ext cx="2634387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13723" y="4299218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6513723" y="5006910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b="true" sz="200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02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6513723" y="5709017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316904" y="2139232"/>
            <a:ext cx="5818126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9"/>
              </a:lnSpc>
            </a:pPr>
            <a:r>
              <a:rPr lang="en-US" sz="9000" i="true">
                <a:solidFill>
                  <a:srgbClr val="5170FF">
                    <a:alpha val="94902"/>
                  </a:srgbClr>
                </a:solidFill>
                <a:latin typeface="Anton Italics"/>
                <a:ea typeface="Anton Italics"/>
                <a:cs typeface="Anton Italics"/>
                <a:sym typeface="Anton Italics"/>
              </a:rPr>
              <a:t>ACQUEAPERTE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316904" y="3797683"/>
            <a:ext cx="7324914" cy="1212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1"/>
              </a:lnSpc>
            </a:pPr>
            <a:r>
              <a:rPr lang="en-US" sz="9464" i="true">
                <a:solidFill>
                  <a:srgbClr val="FFFFFF">
                    <a:alpha val="94902"/>
                  </a:srgbClr>
                </a:solidFill>
                <a:latin typeface="Anton Italics"/>
                <a:ea typeface="Anton Italics"/>
                <a:cs typeface="Anton Italics"/>
                <a:sym typeface="Anton Italics"/>
              </a:rPr>
              <a:t>3.A GAME SCENE </a:t>
            </a:r>
          </a:p>
        </p:txBody>
      </p:sp>
    </p:spTree>
  </p:cSld>
  <p:clrMapOvr>
    <a:masterClrMapping/>
  </p:clrMapOvr>
  <p:transition spd="fast">
    <p:circl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449962" y="4686779"/>
            <a:ext cx="5323538" cy="5323538"/>
          </a:xfrm>
          <a:custGeom>
            <a:avLst/>
            <a:gdLst/>
            <a:ahLst/>
            <a:cxnLst/>
            <a:rect r="r" b="b" t="t" l="l"/>
            <a:pathLst>
              <a:path h="5323538" w="5323538">
                <a:moveTo>
                  <a:pt x="0" y="0"/>
                </a:moveTo>
                <a:lnTo>
                  <a:pt x="5323538" y="0"/>
                </a:lnTo>
                <a:lnTo>
                  <a:pt x="5323538" y="5323538"/>
                </a:lnTo>
                <a:lnTo>
                  <a:pt x="0" y="532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334875" y="8570354"/>
            <a:ext cx="12089557" cy="6206642"/>
          </a:xfrm>
          <a:custGeom>
            <a:avLst/>
            <a:gdLst/>
            <a:ahLst/>
            <a:cxnLst/>
            <a:rect r="r" b="b" t="t" l="l"/>
            <a:pathLst>
              <a:path h="6206642" w="12089557">
                <a:moveTo>
                  <a:pt x="0" y="0"/>
                </a:moveTo>
                <a:lnTo>
                  <a:pt x="12089557" y="0"/>
                </a:lnTo>
                <a:lnTo>
                  <a:pt x="12089557" y="6206643"/>
                </a:lnTo>
                <a:lnTo>
                  <a:pt x="0" y="62066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564668" y="5165399"/>
            <a:ext cx="20027401" cy="5152259"/>
          </a:xfrm>
          <a:custGeom>
            <a:avLst/>
            <a:gdLst/>
            <a:ahLst/>
            <a:cxnLst/>
            <a:rect r="r" b="b" t="t" l="l"/>
            <a:pathLst>
              <a:path h="5152259" w="20027401">
                <a:moveTo>
                  <a:pt x="0" y="0"/>
                </a:moveTo>
                <a:lnTo>
                  <a:pt x="20027401" y="0"/>
                </a:lnTo>
                <a:lnTo>
                  <a:pt x="20027401" y="5152258"/>
                </a:lnTo>
                <a:lnTo>
                  <a:pt x="0" y="51522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-119217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732670" y="-827326"/>
            <a:ext cx="14307683" cy="14307683"/>
          </a:xfrm>
          <a:custGeom>
            <a:avLst/>
            <a:gdLst/>
            <a:ahLst/>
            <a:cxnLst/>
            <a:rect r="r" b="b" t="t" l="l"/>
            <a:pathLst>
              <a:path h="14307683" w="14307683">
                <a:moveTo>
                  <a:pt x="0" y="0"/>
                </a:moveTo>
                <a:lnTo>
                  <a:pt x="14307683" y="0"/>
                </a:lnTo>
                <a:lnTo>
                  <a:pt x="14307683" y="14307683"/>
                </a:lnTo>
                <a:lnTo>
                  <a:pt x="0" y="14307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0" y="1349894"/>
            <a:ext cx="18288000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16602874" y="8988449"/>
            <a:ext cx="656426" cy="656426"/>
          </a:xfrm>
          <a:custGeom>
            <a:avLst/>
            <a:gdLst/>
            <a:ahLst/>
            <a:cxnLst/>
            <a:rect r="r" b="b" t="t" l="l"/>
            <a:pathLst>
              <a:path h="656426" w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3797501" y="9316662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1111469" y="4289693"/>
            <a:ext cx="160330" cy="160330"/>
            <a:chOff x="0" y="0"/>
            <a:chExt cx="313109" cy="31310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4604010"/>
            <a:ext cx="325867" cy="325867"/>
            <a:chOff x="0" y="0"/>
            <a:chExt cx="636389" cy="63638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36389" cy="636389"/>
            </a:xfrm>
            <a:custGeom>
              <a:avLst/>
              <a:gdLst/>
              <a:ahLst/>
              <a:cxnLst/>
              <a:rect r="r" b="b" t="t" l="l"/>
              <a:pathLst>
                <a:path h="636389" w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gradFill>
                <a:gsLst>
                  <a:gs pos="0">
                    <a:srgbClr val="000E8D">
                      <a:alpha val="100000"/>
                    </a:srgbClr>
                  </a:gs>
                  <a:gs pos="100000">
                    <a:srgbClr val="000A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11469" y="4686779"/>
            <a:ext cx="160330" cy="160330"/>
            <a:chOff x="0" y="0"/>
            <a:chExt cx="313109" cy="31310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11469" y="5085234"/>
            <a:ext cx="160330" cy="160330"/>
            <a:chOff x="0" y="0"/>
            <a:chExt cx="313109" cy="31310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11469" y="5482320"/>
            <a:ext cx="160330" cy="160330"/>
            <a:chOff x="0" y="0"/>
            <a:chExt cx="313109" cy="31310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5854111" y="5599199"/>
            <a:ext cx="277401" cy="277401"/>
          </a:xfrm>
          <a:custGeom>
            <a:avLst/>
            <a:gdLst/>
            <a:ahLst/>
            <a:cxnLst/>
            <a:rect r="r" b="b" t="t" l="l"/>
            <a:pathLst>
              <a:path h="277401" w="277401">
                <a:moveTo>
                  <a:pt x="0" y="0"/>
                </a:moveTo>
                <a:lnTo>
                  <a:pt x="277401" y="0"/>
                </a:lnTo>
                <a:lnTo>
                  <a:pt x="277401" y="277401"/>
                </a:lnTo>
                <a:lnTo>
                  <a:pt x="0" y="27740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960188" y="5605231"/>
            <a:ext cx="265338" cy="265338"/>
          </a:xfrm>
          <a:custGeom>
            <a:avLst/>
            <a:gdLst/>
            <a:ahLst/>
            <a:cxnLst/>
            <a:rect r="r" b="b" t="t" l="l"/>
            <a:pathLst>
              <a:path h="265338" w="265338">
                <a:moveTo>
                  <a:pt x="0" y="0"/>
                </a:moveTo>
                <a:lnTo>
                  <a:pt x="265337" y="0"/>
                </a:lnTo>
                <a:lnTo>
                  <a:pt x="265337" y="265338"/>
                </a:lnTo>
                <a:lnTo>
                  <a:pt x="0" y="26533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5861120" y="7006301"/>
            <a:ext cx="263383" cy="263383"/>
          </a:xfrm>
          <a:custGeom>
            <a:avLst/>
            <a:gdLst/>
            <a:ahLst/>
            <a:cxnLst/>
            <a:rect r="r" b="b" t="t" l="l"/>
            <a:pathLst>
              <a:path h="263383" w="263383">
                <a:moveTo>
                  <a:pt x="0" y="0"/>
                </a:moveTo>
                <a:lnTo>
                  <a:pt x="263383" y="0"/>
                </a:lnTo>
                <a:lnTo>
                  <a:pt x="263383" y="263384"/>
                </a:lnTo>
                <a:lnTo>
                  <a:pt x="0" y="26338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935904" y="6981041"/>
            <a:ext cx="313905" cy="313905"/>
          </a:xfrm>
          <a:custGeom>
            <a:avLst/>
            <a:gdLst/>
            <a:ahLst/>
            <a:cxnLst/>
            <a:rect r="r" b="b" t="t" l="l"/>
            <a:pathLst>
              <a:path h="313905" w="313905">
                <a:moveTo>
                  <a:pt x="0" y="0"/>
                </a:moveTo>
                <a:lnTo>
                  <a:pt x="313905" y="0"/>
                </a:lnTo>
                <a:lnTo>
                  <a:pt x="313905" y="313904"/>
                </a:lnTo>
                <a:lnTo>
                  <a:pt x="0" y="313904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11210108" y="2122103"/>
            <a:ext cx="4587837" cy="9077824"/>
            <a:chOff x="0" y="0"/>
            <a:chExt cx="2620010" cy="51841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53340" y="25400"/>
              <a:ext cx="2513330" cy="5132070"/>
            </a:xfrm>
            <a:custGeom>
              <a:avLst/>
              <a:gdLst/>
              <a:ahLst/>
              <a:cxnLst/>
              <a:rect r="r" b="b" t="t" l="l"/>
              <a:pathLst>
                <a:path h="5132070" w="2513330">
                  <a:moveTo>
                    <a:pt x="2159000" y="0"/>
                  </a:moveTo>
                  <a:lnTo>
                    <a:pt x="354330" y="0"/>
                  </a:lnTo>
                  <a:cubicBezTo>
                    <a:pt x="158750" y="0"/>
                    <a:pt x="0" y="158750"/>
                    <a:pt x="0" y="354330"/>
                  </a:cubicBezTo>
                  <a:lnTo>
                    <a:pt x="0" y="4777740"/>
                  </a:lnTo>
                  <a:cubicBezTo>
                    <a:pt x="0" y="4973320"/>
                    <a:pt x="158750" y="5132070"/>
                    <a:pt x="354330" y="5132070"/>
                  </a:cubicBezTo>
                  <a:lnTo>
                    <a:pt x="2159000" y="5132070"/>
                  </a:lnTo>
                  <a:cubicBezTo>
                    <a:pt x="2354580" y="5132070"/>
                    <a:pt x="2513330" y="4973320"/>
                    <a:pt x="2513330" y="4777740"/>
                  </a:cubicBezTo>
                  <a:lnTo>
                    <a:pt x="2513330" y="354330"/>
                  </a:lnTo>
                  <a:cubicBezTo>
                    <a:pt x="2513330" y="158750"/>
                    <a:pt x="2354580" y="0"/>
                    <a:pt x="2159000" y="0"/>
                  </a:cubicBezTo>
                  <a:close/>
                  <a:moveTo>
                    <a:pt x="1558290" y="162560"/>
                  </a:moveTo>
                  <a:cubicBezTo>
                    <a:pt x="1576070" y="162560"/>
                    <a:pt x="1590040" y="176530"/>
                    <a:pt x="1590040" y="194310"/>
                  </a:cubicBezTo>
                  <a:cubicBezTo>
                    <a:pt x="1590040" y="212090"/>
                    <a:pt x="1576070" y="226060"/>
                    <a:pt x="1558290" y="226060"/>
                  </a:cubicBezTo>
                  <a:cubicBezTo>
                    <a:pt x="1540510" y="226060"/>
                    <a:pt x="1526540" y="212090"/>
                    <a:pt x="1526540" y="194310"/>
                  </a:cubicBezTo>
                  <a:cubicBezTo>
                    <a:pt x="1526540" y="176530"/>
                    <a:pt x="1541780" y="162560"/>
                    <a:pt x="1558290" y="162560"/>
                  </a:cubicBezTo>
                  <a:close/>
                  <a:moveTo>
                    <a:pt x="1089660" y="172720"/>
                  </a:moveTo>
                  <a:lnTo>
                    <a:pt x="1394460" y="172720"/>
                  </a:lnTo>
                  <a:cubicBezTo>
                    <a:pt x="1405890" y="172720"/>
                    <a:pt x="1416050" y="181610"/>
                    <a:pt x="1416050" y="194310"/>
                  </a:cubicBezTo>
                  <a:cubicBezTo>
                    <a:pt x="1416050" y="207010"/>
                    <a:pt x="1405890" y="215900"/>
                    <a:pt x="1394460" y="215900"/>
                  </a:cubicBezTo>
                  <a:lnTo>
                    <a:pt x="1089660" y="215900"/>
                  </a:lnTo>
                  <a:cubicBezTo>
                    <a:pt x="1078230" y="215900"/>
                    <a:pt x="1068070" y="207010"/>
                    <a:pt x="1068070" y="194310"/>
                  </a:cubicBezTo>
                  <a:cubicBezTo>
                    <a:pt x="1068070" y="181610"/>
                    <a:pt x="1078230" y="172720"/>
                    <a:pt x="1089660" y="172720"/>
                  </a:cubicBezTo>
                  <a:close/>
                  <a:moveTo>
                    <a:pt x="2383790" y="4798060"/>
                  </a:moveTo>
                  <a:cubicBezTo>
                    <a:pt x="2383790" y="4913630"/>
                    <a:pt x="2289810" y="5007610"/>
                    <a:pt x="2174240" y="5007610"/>
                  </a:cubicBezTo>
                  <a:lnTo>
                    <a:pt x="341630" y="5007610"/>
                  </a:lnTo>
                  <a:cubicBezTo>
                    <a:pt x="226060" y="5007610"/>
                    <a:pt x="132080" y="4913630"/>
                    <a:pt x="132080" y="4798060"/>
                  </a:cubicBezTo>
                  <a:lnTo>
                    <a:pt x="132080" y="340360"/>
                  </a:lnTo>
                  <a:cubicBezTo>
                    <a:pt x="132080" y="224790"/>
                    <a:pt x="226060" y="130810"/>
                    <a:pt x="341630" y="130810"/>
                  </a:cubicBezTo>
                  <a:lnTo>
                    <a:pt x="614680" y="130810"/>
                  </a:lnTo>
                  <a:lnTo>
                    <a:pt x="614680" y="187960"/>
                  </a:lnTo>
                  <a:cubicBezTo>
                    <a:pt x="614680" y="252730"/>
                    <a:pt x="668020" y="306070"/>
                    <a:pt x="732790" y="306070"/>
                  </a:cubicBezTo>
                  <a:lnTo>
                    <a:pt x="1783080" y="306070"/>
                  </a:lnTo>
                  <a:cubicBezTo>
                    <a:pt x="1847850" y="306070"/>
                    <a:pt x="1901190" y="252730"/>
                    <a:pt x="1901190" y="187960"/>
                  </a:cubicBezTo>
                  <a:lnTo>
                    <a:pt x="1901190" y="130810"/>
                  </a:lnTo>
                  <a:lnTo>
                    <a:pt x="2172970" y="130810"/>
                  </a:lnTo>
                  <a:cubicBezTo>
                    <a:pt x="2288540" y="130810"/>
                    <a:pt x="2382520" y="224790"/>
                    <a:pt x="2382520" y="340360"/>
                  </a:cubicBezTo>
                  <a:lnTo>
                    <a:pt x="2382520" y="479806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185420" y="156210"/>
              <a:ext cx="2251710" cy="4876800"/>
            </a:xfrm>
            <a:custGeom>
              <a:avLst/>
              <a:gdLst/>
              <a:ahLst/>
              <a:cxnLst/>
              <a:rect r="r" b="b" t="t" l="l"/>
              <a:pathLst>
                <a:path h="4876800" w="2251710">
                  <a:moveTo>
                    <a:pt x="2040890" y="0"/>
                  </a:moveTo>
                  <a:lnTo>
                    <a:pt x="1769110" y="0"/>
                  </a:lnTo>
                  <a:lnTo>
                    <a:pt x="1769110" y="57150"/>
                  </a:lnTo>
                  <a:cubicBezTo>
                    <a:pt x="1769110" y="121920"/>
                    <a:pt x="1715770" y="175260"/>
                    <a:pt x="1651000" y="175260"/>
                  </a:cubicBezTo>
                  <a:lnTo>
                    <a:pt x="601980" y="175260"/>
                  </a:lnTo>
                  <a:cubicBezTo>
                    <a:pt x="537210" y="175260"/>
                    <a:pt x="483870" y="121920"/>
                    <a:pt x="483870" y="57150"/>
                  </a:cubicBezTo>
                  <a:lnTo>
                    <a:pt x="483870" y="0"/>
                  </a:lnTo>
                  <a:lnTo>
                    <a:pt x="209550" y="0"/>
                  </a:lnTo>
                  <a:cubicBezTo>
                    <a:pt x="93980" y="0"/>
                    <a:pt x="0" y="93980"/>
                    <a:pt x="0" y="209550"/>
                  </a:cubicBezTo>
                  <a:lnTo>
                    <a:pt x="0" y="4667250"/>
                  </a:lnTo>
                  <a:cubicBezTo>
                    <a:pt x="0" y="4782820"/>
                    <a:pt x="93980" y="4876800"/>
                    <a:pt x="209550" y="4876800"/>
                  </a:cubicBezTo>
                  <a:lnTo>
                    <a:pt x="2040890" y="4876800"/>
                  </a:lnTo>
                  <a:cubicBezTo>
                    <a:pt x="2156460" y="4876800"/>
                    <a:pt x="2250440" y="4782820"/>
                    <a:pt x="2250440" y="4667250"/>
                  </a:cubicBezTo>
                  <a:lnTo>
                    <a:pt x="2250440" y="209550"/>
                  </a:lnTo>
                  <a:cubicBezTo>
                    <a:pt x="2251710" y="93980"/>
                    <a:pt x="2157730" y="0"/>
                    <a:pt x="2040890" y="0"/>
                  </a:cubicBezTo>
                  <a:close/>
                </a:path>
              </a:pathLst>
            </a:custGeom>
            <a:blipFill>
              <a:blip r:embed="rId17"/>
              <a:stretch>
                <a:fillRect l="-22324" t="0" r="-22324" b="0"/>
              </a:stretch>
            </a:blip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1121410" y="198120"/>
              <a:ext cx="347980" cy="43180"/>
            </a:xfrm>
            <a:custGeom>
              <a:avLst/>
              <a:gdLst/>
              <a:ahLst/>
              <a:cxnLst/>
              <a:rect r="r" b="b" t="t" l="l"/>
              <a:pathLst>
                <a:path h="43180" w="347980">
                  <a:moveTo>
                    <a:pt x="326390" y="0"/>
                  </a:moveTo>
                  <a:lnTo>
                    <a:pt x="21590" y="0"/>
                  </a:lnTo>
                  <a:cubicBezTo>
                    <a:pt x="10160" y="0"/>
                    <a:pt x="0" y="8890"/>
                    <a:pt x="0" y="21590"/>
                  </a:cubicBezTo>
                  <a:cubicBezTo>
                    <a:pt x="0" y="34290"/>
                    <a:pt x="10160" y="43180"/>
                    <a:pt x="21590" y="43180"/>
                  </a:cubicBezTo>
                  <a:lnTo>
                    <a:pt x="326390" y="43180"/>
                  </a:lnTo>
                  <a:cubicBezTo>
                    <a:pt x="337820" y="43180"/>
                    <a:pt x="347980" y="34290"/>
                    <a:pt x="347980" y="21590"/>
                  </a:cubicBezTo>
                  <a:cubicBezTo>
                    <a:pt x="347980" y="8890"/>
                    <a:pt x="337820" y="0"/>
                    <a:pt x="326390" y="0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1578312" y="187909"/>
              <a:ext cx="66636" cy="63602"/>
            </a:xfrm>
            <a:custGeom>
              <a:avLst/>
              <a:gdLst/>
              <a:ahLst/>
              <a:cxnLst/>
              <a:rect r="r" b="b" t="t" l="l"/>
              <a:pathLst>
                <a:path h="63602" w="66636">
                  <a:moveTo>
                    <a:pt x="33318" y="51"/>
                  </a:moveTo>
                  <a:cubicBezTo>
                    <a:pt x="21941" y="0"/>
                    <a:pt x="11406" y="6040"/>
                    <a:pt x="5703" y="15885"/>
                  </a:cubicBezTo>
                  <a:cubicBezTo>
                    <a:pt x="0" y="25729"/>
                    <a:pt x="0" y="37873"/>
                    <a:pt x="5703" y="47717"/>
                  </a:cubicBezTo>
                  <a:cubicBezTo>
                    <a:pt x="11406" y="57562"/>
                    <a:pt x="21941" y="63602"/>
                    <a:pt x="33318" y="63551"/>
                  </a:cubicBezTo>
                  <a:cubicBezTo>
                    <a:pt x="44695" y="63602"/>
                    <a:pt x="55230" y="57562"/>
                    <a:pt x="60933" y="47717"/>
                  </a:cubicBezTo>
                  <a:cubicBezTo>
                    <a:pt x="66636" y="37873"/>
                    <a:pt x="66636" y="25729"/>
                    <a:pt x="60933" y="15885"/>
                  </a:cubicBezTo>
                  <a:cubicBezTo>
                    <a:pt x="55230" y="6040"/>
                    <a:pt x="44695" y="0"/>
                    <a:pt x="33318" y="51"/>
                  </a:cubicBezTo>
                  <a:close/>
                </a:path>
              </a:pathLst>
            </a:custGeom>
            <a:solidFill>
              <a:srgbClr val="555555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0" y="685800"/>
              <a:ext cx="27940" cy="213360"/>
            </a:xfrm>
            <a:custGeom>
              <a:avLst/>
              <a:gdLst/>
              <a:ahLst/>
              <a:cxnLst/>
              <a:rect r="r" b="b" t="t" l="l"/>
              <a:pathLst>
                <a:path h="213360" w="27940">
                  <a:moveTo>
                    <a:pt x="0" y="26670"/>
                  </a:moveTo>
                  <a:lnTo>
                    <a:pt x="0" y="185420"/>
                  </a:lnTo>
                  <a:cubicBezTo>
                    <a:pt x="0" y="200660"/>
                    <a:pt x="12700" y="213360"/>
                    <a:pt x="27940" y="21336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1057910"/>
              <a:ext cx="27940" cy="384810"/>
            </a:xfrm>
            <a:custGeom>
              <a:avLst/>
              <a:gdLst/>
              <a:ahLst/>
              <a:cxnLst/>
              <a:rect r="r" b="b" t="t" l="l"/>
              <a:pathLst>
                <a:path h="384810" w="27940">
                  <a:moveTo>
                    <a:pt x="0" y="26670"/>
                  </a:moveTo>
                  <a:lnTo>
                    <a:pt x="0" y="356870"/>
                  </a:lnTo>
                  <a:cubicBezTo>
                    <a:pt x="0" y="372110"/>
                    <a:pt x="12700" y="384810"/>
                    <a:pt x="27940" y="384810"/>
                  </a:cubicBezTo>
                  <a:lnTo>
                    <a:pt x="27940" y="0"/>
                  </a:lnTo>
                  <a:cubicBezTo>
                    <a:pt x="12700" y="0"/>
                    <a:pt x="0" y="11430"/>
                    <a:pt x="0" y="2667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1526540"/>
              <a:ext cx="27940" cy="386080"/>
            </a:xfrm>
            <a:custGeom>
              <a:avLst/>
              <a:gdLst/>
              <a:ahLst/>
              <a:cxnLst/>
              <a:rect r="r" b="b" t="t" l="l"/>
              <a:pathLst>
                <a:path h="386080" w="27940">
                  <a:moveTo>
                    <a:pt x="0" y="27940"/>
                  </a:moveTo>
                  <a:lnTo>
                    <a:pt x="0" y="358140"/>
                  </a:lnTo>
                  <a:cubicBezTo>
                    <a:pt x="0" y="373380"/>
                    <a:pt x="12700" y="386080"/>
                    <a:pt x="27940" y="386080"/>
                  </a:cubicBezTo>
                  <a:lnTo>
                    <a:pt x="27940" y="0"/>
                  </a:lnTo>
                  <a:cubicBezTo>
                    <a:pt x="12700" y="0"/>
                    <a:pt x="0" y="12700"/>
                    <a:pt x="0" y="2794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592070" y="1184910"/>
              <a:ext cx="27940" cy="618490"/>
            </a:xfrm>
            <a:custGeom>
              <a:avLst/>
              <a:gdLst/>
              <a:ahLst/>
              <a:cxnLst/>
              <a:rect r="r" b="b" t="t" l="l"/>
              <a:pathLst>
                <a:path h="618490" w="27940">
                  <a:moveTo>
                    <a:pt x="0" y="0"/>
                  </a:moveTo>
                  <a:lnTo>
                    <a:pt x="0" y="618490"/>
                  </a:lnTo>
                  <a:cubicBezTo>
                    <a:pt x="15240" y="618490"/>
                    <a:pt x="27940" y="605790"/>
                    <a:pt x="27940" y="590550"/>
                  </a:cubicBezTo>
                  <a:lnTo>
                    <a:pt x="27940" y="27940"/>
                  </a:lnTo>
                  <a:cubicBezTo>
                    <a:pt x="27940" y="12700"/>
                    <a:pt x="15240" y="0"/>
                    <a:pt x="0" y="0"/>
                  </a:cubicBezTo>
                  <a:close/>
                </a:path>
              </a:pathLst>
            </a:custGeom>
            <a:solidFill>
              <a:srgbClr val="2E2E2E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7940" y="0"/>
              <a:ext cx="2564130" cy="5182870"/>
            </a:xfrm>
            <a:custGeom>
              <a:avLst/>
              <a:gdLst/>
              <a:ahLst/>
              <a:cxnLst/>
              <a:rect r="r" b="b" t="t" l="l"/>
              <a:pathLst>
                <a:path h="5182870" w="2564130">
                  <a:moveTo>
                    <a:pt x="2564130" y="1184910"/>
                  </a:moveTo>
                  <a:lnTo>
                    <a:pt x="2564130" y="379730"/>
                  </a:lnTo>
                  <a:cubicBezTo>
                    <a:pt x="2564130" y="353060"/>
                    <a:pt x="2561590" y="327660"/>
                    <a:pt x="2556510" y="303530"/>
                  </a:cubicBezTo>
                  <a:cubicBezTo>
                    <a:pt x="2553970" y="290830"/>
                    <a:pt x="2551430" y="279400"/>
                    <a:pt x="2547620" y="266700"/>
                  </a:cubicBezTo>
                  <a:cubicBezTo>
                    <a:pt x="2542540" y="248920"/>
                    <a:pt x="2534920" y="231140"/>
                    <a:pt x="2527300" y="214630"/>
                  </a:cubicBezTo>
                  <a:cubicBezTo>
                    <a:pt x="2522220" y="203200"/>
                    <a:pt x="2515870" y="193040"/>
                    <a:pt x="2509520" y="182880"/>
                  </a:cubicBezTo>
                  <a:cubicBezTo>
                    <a:pt x="2503170" y="172720"/>
                    <a:pt x="2496820" y="162560"/>
                    <a:pt x="2489200" y="152400"/>
                  </a:cubicBezTo>
                  <a:cubicBezTo>
                    <a:pt x="2477770" y="137160"/>
                    <a:pt x="2466340" y="124460"/>
                    <a:pt x="2453640" y="110490"/>
                  </a:cubicBezTo>
                  <a:cubicBezTo>
                    <a:pt x="2444750" y="101600"/>
                    <a:pt x="2435860" y="93980"/>
                    <a:pt x="2426970" y="86360"/>
                  </a:cubicBezTo>
                  <a:cubicBezTo>
                    <a:pt x="2360930" y="31750"/>
                    <a:pt x="2277110" y="0"/>
                    <a:pt x="2185670" y="0"/>
                  </a:cubicBezTo>
                  <a:lnTo>
                    <a:pt x="379730" y="0"/>
                  </a:lnTo>
                  <a:cubicBezTo>
                    <a:pt x="288290" y="0"/>
                    <a:pt x="203200" y="33020"/>
                    <a:pt x="138430" y="86360"/>
                  </a:cubicBezTo>
                  <a:cubicBezTo>
                    <a:pt x="129540" y="93980"/>
                    <a:pt x="120650" y="102870"/>
                    <a:pt x="111760" y="110490"/>
                  </a:cubicBezTo>
                  <a:cubicBezTo>
                    <a:pt x="99060" y="123190"/>
                    <a:pt x="86360" y="137160"/>
                    <a:pt x="76200" y="152400"/>
                  </a:cubicBezTo>
                  <a:cubicBezTo>
                    <a:pt x="68580" y="162560"/>
                    <a:pt x="62230" y="172720"/>
                    <a:pt x="55880" y="182880"/>
                  </a:cubicBezTo>
                  <a:cubicBezTo>
                    <a:pt x="49530" y="193040"/>
                    <a:pt x="43180" y="204470"/>
                    <a:pt x="38100" y="214630"/>
                  </a:cubicBezTo>
                  <a:cubicBezTo>
                    <a:pt x="29210" y="232410"/>
                    <a:pt x="22860" y="248920"/>
                    <a:pt x="16510" y="266700"/>
                  </a:cubicBezTo>
                  <a:cubicBezTo>
                    <a:pt x="12700" y="279400"/>
                    <a:pt x="10160" y="290830"/>
                    <a:pt x="7620" y="303530"/>
                  </a:cubicBezTo>
                  <a:cubicBezTo>
                    <a:pt x="2540" y="327660"/>
                    <a:pt x="0" y="354330"/>
                    <a:pt x="0" y="379730"/>
                  </a:cubicBezTo>
                  <a:lnTo>
                    <a:pt x="0" y="4803140"/>
                  </a:lnTo>
                  <a:cubicBezTo>
                    <a:pt x="0" y="5012690"/>
                    <a:pt x="170180" y="5182870"/>
                    <a:pt x="379730" y="5182870"/>
                  </a:cubicBezTo>
                  <a:lnTo>
                    <a:pt x="2184400" y="5182870"/>
                  </a:lnTo>
                  <a:cubicBezTo>
                    <a:pt x="2393950" y="5182870"/>
                    <a:pt x="2564130" y="5012690"/>
                    <a:pt x="2564130" y="4803140"/>
                  </a:cubicBezTo>
                  <a:lnTo>
                    <a:pt x="2564130" y="1184910"/>
                  </a:lnTo>
                  <a:close/>
                  <a:moveTo>
                    <a:pt x="2538730" y="1184910"/>
                  </a:moveTo>
                  <a:lnTo>
                    <a:pt x="2538730" y="4804410"/>
                  </a:lnTo>
                  <a:cubicBezTo>
                    <a:pt x="2538730" y="4999990"/>
                    <a:pt x="2379980" y="5158740"/>
                    <a:pt x="2184400" y="5158740"/>
                  </a:cubicBezTo>
                  <a:lnTo>
                    <a:pt x="379730" y="5158740"/>
                  </a:lnTo>
                  <a:cubicBezTo>
                    <a:pt x="184150" y="5158740"/>
                    <a:pt x="25400" y="4999990"/>
                    <a:pt x="25400" y="4804410"/>
                  </a:cubicBezTo>
                  <a:lnTo>
                    <a:pt x="25400" y="381000"/>
                  </a:lnTo>
                  <a:cubicBezTo>
                    <a:pt x="25400" y="184150"/>
                    <a:pt x="184150" y="25400"/>
                    <a:pt x="379730" y="25400"/>
                  </a:cubicBezTo>
                  <a:lnTo>
                    <a:pt x="2184400" y="25400"/>
                  </a:lnTo>
                  <a:cubicBezTo>
                    <a:pt x="2379980" y="25400"/>
                    <a:pt x="2538730" y="184150"/>
                    <a:pt x="2538730" y="379730"/>
                  </a:cubicBezTo>
                  <a:lnTo>
                    <a:pt x="2538730" y="1184910"/>
                  </a:lnTo>
                  <a:close/>
                </a:path>
              </a:pathLst>
            </a:custGeom>
            <a:solidFill>
              <a:srgbClr val="555555"/>
            </a:solidFill>
          </p:spPr>
        </p:sp>
      </p:grpSp>
      <p:sp>
        <p:nvSpPr>
          <p:cNvPr name="AutoShape 38" id="38"/>
          <p:cNvSpPr/>
          <p:nvPr/>
        </p:nvSpPr>
        <p:spPr>
          <a:xfrm>
            <a:off x="11834022" y="861834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16316587" y="6102082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40" id="40"/>
          <p:cNvGrpSpPr/>
          <p:nvPr/>
        </p:nvGrpSpPr>
        <p:grpSpPr>
          <a:xfrm rot="0">
            <a:off x="16482520" y="396138"/>
            <a:ext cx="897134" cy="632562"/>
            <a:chOff x="0" y="0"/>
            <a:chExt cx="1196178" cy="843416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38741"/>
              <a:ext cx="874910" cy="569487"/>
            </a:xfrm>
            <a:custGeom>
              <a:avLst/>
              <a:gdLst/>
              <a:ahLst/>
              <a:cxnLst/>
              <a:rect r="r" b="b" t="t" l="l"/>
              <a:pathLst>
                <a:path h="569487" w="874910">
                  <a:moveTo>
                    <a:pt x="0" y="0"/>
                  </a:moveTo>
                  <a:lnTo>
                    <a:pt x="874910" y="0"/>
                  </a:lnTo>
                  <a:lnTo>
                    <a:pt x="874910" y="569487"/>
                  </a:lnTo>
                  <a:lnTo>
                    <a:pt x="0" y="5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2" id="42"/>
            <p:cNvSpPr/>
            <p:nvPr/>
          </p:nvSpPr>
          <p:spPr>
            <a:xfrm flipH="false" flipV="false" rot="-2149470">
              <a:off x="329271" y="194080"/>
              <a:ext cx="810327" cy="455256"/>
            </a:xfrm>
            <a:custGeom>
              <a:avLst/>
              <a:gdLst/>
              <a:ahLst/>
              <a:cxnLst/>
              <a:rect r="r" b="b" t="t" l="l"/>
              <a:pathLst>
                <a:path h="455256" w="810327">
                  <a:moveTo>
                    <a:pt x="0" y="0"/>
                  </a:moveTo>
                  <a:lnTo>
                    <a:pt x="810327" y="0"/>
                  </a:lnTo>
                  <a:lnTo>
                    <a:pt x="810327" y="455256"/>
                  </a:lnTo>
                  <a:lnTo>
                    <a:pt x="0" y="45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1525024" y="2318678"/>
            <a:ext cx="3958005" cy="8473437"/>
            <a:chOff x="0" y="0"/>
            <a:chExt cx="1042437" cy="2231687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1042437" cy="2231687"/>
            </a:xfrm>
            <a:custGeom>
              <a:avLst/>
              <a:gdLst/>
              <a:ahLst/>
              <a:cxnLst/>
              <a:rect r="r" b="b" t="t" l="l"/>
              <a:pathLst>
                <a:path h="2231687" w="1042437">
                  <a:moveTo>
                    <a:pt x="99757" y="0"/>
                  </a:moveTo>
                  <a:lnTo>
                    <a:pt x="942681" y="0"/>
                  </a:lnTo>
                  <a:cubicBezTo>
                    <a:pt x="969138" y="0"/>
                    <a:pt x="994511" y="10510"/>
                    <a:pt x="1013219" y="29218"/>
                  </a:cubicBezTo>
                  <a:cubicBezTo>
                    <a:pt x="1031927" y="47926"/>
                    <a:pt x="1042437" y="73300"/>
                    <a:pt x="1042437" y="99757"/>
                  </a:cubicBezTo>
                  <a:lnTo>
                    <a:pt x="1042437" y="2131930"/>
                  </a:lnTo>
                  <a:cubicBezTo>
                    <a:pt x="1042437" y="2158388"/>
                    <a:pt x="1031927" y="2183761"/>
                    <a:pt x="1013219" y="2202469"/>
                  </a:cubicBezTo>
                  <a:cubicBezTo>
                    <a:pt x="994511" y="2221177"/>
                    <a:pt x="969138" y="2231687"/>
                    <a:pt x="942681" y="2231687"/>
                  </a:cubicBezTo>
                  <a:lnTo>
                    <a:pt x="99757" y="2231687"/>
                  </a:lnTo>
                  <a:cubicBezTo>
                    <a:pt x="73300" y="2231687"/>
                    <a:pt x="47926" y="2221177"/>
                    <a:pt x="29218" y="2202469"/>
                  </a:cubicBezTo>
                  <a:cubicBezTo>
                    <a:pt x="10510" y="2183761"/>
                    <a:pt x="0" y="2158388"/>
                    <a:pt x="0" y="2131930"/>
                  </a:cubicBezTo>
                  <a:lnTo>
                    <a:pt x="0" y="99757"/>
                  </a:lnTo>
                  <a:cubicBezTo>
                    <a:pt x="0" y="73300"/>
                    <a:pt x="10510" y="47926"/>
                    <a:pt x="29218" y="29218"/>
                  </a:cubicBezTo>
                  <a:cubicBezTo>
                    <a:pt x="47926" y="10510"/>
                    <a:pt x="73300" y="0"/>
                    <a:pt x="99757" y="0"/>
                  </a:cubicBezTo>
                  <a:close/>
                </a:path>
              </a:pathLst>
            </a:custGeom>
            <a:solidFill>
              <a:srgbClr val="FFF9F9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57150"/>
              <a:ext cx="1042437" cy="22888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11525024" y="2691648"/>
            <a:ext cx="3958005" cy="7318669"/>
          </a:xfrm>
          <a:custGeom>
            <a:avLst/>
            <a:gdLst/>
            <a:ahLst/>
            <a:cxnLst/>
            <a:rect r="r" b="b" t="t" l="l"/>
            <a:pathLst>
              <a:path h="7318669" w="3958005">
                <a:moveTo>
                  <a:pt x="0" y="0"/>
                </a:moveTo>
                <a:lnTo>
                  <a:pt x="3958005" y="0"/>
                </a:lnTo>
                <a:lnTo>
                  <a:pt x="3958005" y="7318669"/>
                </a:lnTo>
                <a:lnTo>
                  <a:pt x="0" y="7318669"/>
                </a:lnTo>
                <a:lnTo>
                  <a:pt x="0" y="0"/>
                </a:lnTo>
                <a:close/>
              </a:path>
            </a:pathLst>
          </a:custGeom>
          <a:blipFill>
            <a:blip r:embed="rId22"/>
            <a:stretch>
              <a:fillRect l="-58071" t="0" r="-171052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11525024" y="6176338"/>
            <a:ext cx="3958005" cy="5110926"/>
          </a:xfrm>
          <a:custGeom>
            <a:avLst/>
            <a:gdLst/>
            <a:ahLst/>
            <a:cxnLst/>
            <a:rect r="r" b="b" t="t" l="l"/>
            <a:pathLst>
              <a:path h="5110926" w="3958005">
                <a:moveTo>
                  <a:pt x="0" y="0"/>
                </a:moveTo>
                <a:lnTo>
                  <a:pt x="3958005" y="0"/>
                </a:lnTo>
                <a:lnTo>
                  <a:pt x="3958005" y="5110926"/>
                </a:lnTo>
                <a:lnTo>
                  <a:pt x="0" y="5110926"/>
                </a:lnTo>
                <a:lnTo>
                  <a:pt x="0" y="0"/>
                </a:lnTo>
                <a:close/>
              </a:path>
            </a:pathLst>
          </a:custGeom>
          <a:blipFill>
            <a:blip r:embed="rId23"/>
            <a:stretch>
              <a:fillRect l="-14656" t="0" r="-14978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16513723" y="5709017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b="true" sz="200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03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579857" y="430789"/>
            <a:ext cx="112828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536689" y="430806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Contact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128069" y="430806"/>
            <a:ext cx="153737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Home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028700" y="449839"/>
            <a:ext cx="276880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DEEPDIVE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999711" y="9108716"/>
            <a:ext cx="2634387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6513723" y="4299218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01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6513723" y="5006910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935904" y="2328203"/>
            <a:ext cx="8140729" cy="1356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19"/>
              </a:lnSpc>
            </a:pPr>
            <a:r>
              <a:rPr lang="en-US" sz="9000" i="true">
                <a:solidFill>
                  <a:srgbClr val="5170FF">
                    <a:alpha val="94902"/>
                  </a:srgbClr>
                </a:solidFill>
                <a:latin typeface="Anton Italics"/>
                <a:ea typeface="Anton Italics"/>
                <a:cs typeface="Anton Italics"/>
                <a:sym typeface="Anton Italics"/>
              </a:rPr>
              <a:t>GET IN TOUCH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343165" y="6007110"/>
            <a:ext cx="3468296" cy="31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6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deepdive@info.com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343165" y="5556925"/>
            <a:ext cx="19453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Email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404131" y="6957018"/>
            <a:ext cx="19453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Website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2404131" y="7393315"/>
            <a:ext cx="3456989" cy="31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www.deepdive.com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2404131" y="5556925"/>
            <a:ext cx="244643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Phone Number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404131" y="6007110"/>
            <a:ext cx="2446430" cy="31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+39 3439426621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6322012" y="6957018"/>
            <a:ext cx="1945339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00"/>
              </a:lnSpc>
            </a:pPr>
            <a:r>
              <a:rPr lang="en-US" sz="2000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Social Media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6322012" y="7393315"/>
            <a:ext cx="2996680" cy="319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6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@deep_dive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960188" y="3802534"/>
            <a:ext cx="7851273" cy="128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Stay in touch with our team to learn about the game's evolution.</a:t>
            </a:r>
          </a:p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The contact details are listed below.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946386" y="4100935"/>
            <a:ext cx="3115281" cy="98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20"/>
              </a:lnSpc>
            </a:pPr>
            <a:r>
              <a:rPr lang="en-US" sz="6542" i="true">
                <a:solidFill>
                  <a:srgbClr val="FFFFFF">
                    <a:alpha val="94902"/>
                  </a:srgbClr>
                </a:solidFill>
                <a:latin typeface="Anton Italics"/>
                <a:ea typeface="Anton Italics"/>
                <a:cs typeface="Anton Italics"/>
                <a:sym typeface="Anton Italics"/>
              </a:rPr>
              <a:t>DEEP DIVE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3283708" y="4979550"/>
            <a:ext cx="440637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Gliker"/>
                <a:ea typeface="Gliker"/>
                <a:cs typeface="Gliker"/>
                <a:sym typeface="Gliker"/>
              </a:rPr>
              <a:t>by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448715" y="5431963"/>
            <a:ext cx="2110624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00"/>
              </a:lnSpc>
            </a:pPr>
            <a:r>
              <a:rPr lang="en-US" sz="2000">
                <a:solidFill>
                  <a:srgbClr val="FFFFFF"/>
                </a:solidFill>
                <a:latin typeface="Gliker"/>
                <a:ea typeface="Gliker"/>
                <a:cs typeface="Gliker"/>
                <a:sym typeface="Gliker"/>
              </a:rPr>
              <a:t>WaveProduction</a:t>
            </a:r>
          </a:p>
        </p:txBody>
      </p:sp>
    </p:spTree>
  </p:cSld>
  <p:clrMapOvr>
    <a:masterClrMapping/>
  </p:clrMapOvr>
  <p:transition spd="slow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78221" y="789564"/>
            <a:ext cx="5323538" cy="5323538"/>
          </a:xfrm>
          <a:custGeom>
            <a:avLst/>
            <a:gdLst/>
            <a:ahLst/>
            <a:cxnLst/>
            <a:rect r="r" b="b" t="t" l="l"/>
            <a:pathLst>
              <a:path h="5323538" w="5323538">
                <a:moveTo>
                  <a:pt x="0" y="0"/>
                </a:moveTo>
                <a:lnTo>
                  <a:pt x="5323537" y="0"/>
                </a:lnTo>
                <a:lnTo>
                  <a:pt x="5323537" y="5323538"/>
                </a:lnTo>
                <a:lnTo>
                  <a:pt x="0" y="532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449032" y="4009715"/>
            <a:ext cx="14307683" cy="14307683"/>
          </a:xfrm>
          <a:custGeom>
            <a:avLst/>
            <a:gdLst/>
            <a:ahLst/>
            <a:cxnLst/>
            <a:rect r="r" b="b" t="t" l="l"/>
            <a:pathLst>
              <a:path h="14307683" w="14307683">
                <a:moveTo>
                  <a:pt x="0" y="0"/>
                </a:moveTo>
                <a:lnTo>
                  <a:pt x="14307683" y="0"/>
                </a:lnTo>
                <a:lnTo>
                  <a:pt x="14307683" y="14307683"/>
                </a:lnTo>
                <a:lnTo>
                  <a:pt x="0" y="143076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0" y="1349894"/>
            <a:ext cx="18288000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111469" y="4289693"/>
            <a:ext cx="160330" cy="160330"/>
            <a:chOff x="0" y="0"/>
            <a:chExt cx="313109" cy="3131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4604010"/>
            <a:ext cx="325867" cy="325867"/>
            <a:chOff x="0" y="0"/>
            <a:chExt cx="636389" cy="6363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36389" cy="636389"/>
            </a:xfrm>
            <a:custGeom>
              <a:avLst/>
              <a:gdLst/>
              <a:ahLst/>
              <a:cxnLst/>
              <a:rect r="r" b="b" t="t" l="l"/>
              <a:pathLst>
                <a:path h="636389" w="636389">
                  <a:moveTo>
                    <a:pt x="0" y="0"/>
                  </a:moveTo>
                  <a:lnTo>
                    <a:pt x="636389" y="0"/>
                  </a:lnTo>
                  <a:lnTo>
                    <a:pt x="636389" y="636389"/>
                  </a:lnTo>
                  <a:lnTo>
                    <a:pt x="0" y="63638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gradFill>
                <a:gsLst>
                  <a:gs pos="0">
                    <a:srgbClr val="000E8D">
                      <a:alpha val="100000"/>
                    </a:srgbClr>
                  </a:gs>
                  <a:gs pos="100000">
                    <a:srgbClr val="000A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636389" cy="693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111469" y="4686779"/>
            <a:ext cx="160330" cy="160330"/>
            <a:chOff x="0" y="0"/>
            <a:chExt cx="313109" cy="31310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111469" y="5085234"/>
            <a:ext cx="160330" cy="160330"/>
            <a:chOff x="0" y="0"/>
            <a:chExt cx="313109" cy="31310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11469" y="5482320"/>
            <a:ext cx="160330" cy="160330"/>
            <a:chOff x="0" y="0"/>
            <a:chExt cx="313109" cy="313109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13109" cy="313109"/>
            </a:xfrm>
            <a:custGeom>
              <a:avLst/>
              <a:gdLst/>
              <a:ahLst/>
              <a:cxnLst/>
              <a:rect r="r" b="b" t="t" l="l"/>
              <a:pathLst>
                <a:path h="313109" w="313109">
                  <a:moveTo>
                    <a:pt x="0" y="0"/>
                  </a:moveTo>
                  <a:lnTo>
                    <a:pt x="313109" y="0"/>
                  </a:lnTo>
                  <a:lnTo>
                    <a:pt x="313109" y="313109"/>
                  </a:lnTo>
                  <a:lnTo>
                    <a:pt x="0" y="313109"/>
                  </a:lnTo>
                  <a:close/>
                </a:path>
              </a:pathLst>
            </a:custGeom>
            <a:gradFill rotWithShape="true"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313109" cy="3702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80133" y="3112638"/>
            <a:ext cx="8028163" cy="17872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93"/>
              </a:lnSpc>
            </a:pPr>
            <a:r>
              <a:rPr lang="en-US" sz="13992" i="true">
                <a:solidFill>
                  <a:srgbClr val="5170FF">
                    <a:alpha val="94902"/>
                  </a:srgbClr>
                </a:solidFill>
                <a:latin typeface="Anton Italics"/>
                <a:ea typeface="Anton Italics"/>
                <a:cs typeface="Anton Italics"/>
                <a:sym typeface="Anton Italics"/>
              </a:rPr>
              <a:t>THANK YOU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79890" y="5164398"/>
            <a:ext cx="7459360" cy="1797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00"/>
              </a:lnSpc>
            </a:pPr>
            <a:r>
              <a:rPr lang="en-US" sz="14000" i="true">
                <a:solidFill>
                  <a:srgbClr val="FFFFFF">
                    <a:alpha val="94902"/>
                  </a:srgbClr>
                </a:solidFill>
                <a:latin typeface="Anton Italics"/>
                <a:ea typeface="Anton Italics"/>
                <a:cs typeface="Anton Italics"/>
                <a:sym typeface="Anton Italics"/>
              </a:rPr>
              <a:t>THANK YOU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513723" y="4299218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b="true" sz="2000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01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513723" y="5006910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02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513723" y="5709017"/>
            <a:ext cx="745577" cy="28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080"/>
              </a:lnSpc>
            </a:pPr>
            <a:r>
              <a:rPr lang="en-US" sz="20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03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0360746" y="2720836"/>
            <a:ext cx="5503919" cy="5503919"/>
          </a:xfrm>
          <a:custGeom>
            <a:avLst/>
            <a:gdLst/>
            <a:ahLst/>
            <a:cxnLst/>
            <a:rect r="r" b="b" t="t" l="l"/>
            <a:pathLst>
              <a:path h="5503919" w="5503919">
                <a:moveTo>
                  <a:pt x="0" y="0"/>
                </a:moveTo>
                <a:lnTo>
                  <a:pt x="5503919" y="0"/>
                </a:lnTo>
                <a:lnTo>
                  <a:pt x="5503919" y="5503919"/>
                </a:lnTo>
                <a:lnTo>
                  <a:pt x="0" y="550391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26" id="26"/>
          <p:cNvSpPr/>
          <p:nvPr/>
        </p:nvSpPr>
        <p:spPr>
          <a:xfrm>
            <a:off x="5425402" y="871359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16482520" y="396138"/>
            <a:ext cx="897134" cy="632562"/>
            <a:chOff x="0" y="0"/>
            <a:chExt cx="1196178" cy="84341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38741"/>
              <a:ext cx="874910" cy="569487"/>
            </a:xfrm>
            <a:custGeom>
              <a:avLst/>
              <a:gdLst/>
              <a:ahLst/>
              <a:cxnLst/>
              <a:rect r="r" b="b" t="t" l="l"/>
              <a:pathLst>
                <a:path h="569487" w="874910">
                  <a:moveTo>
                    <a:pt x="0" y="0"/>
                  </a:moveTo>
                  <a:lnTo>
                    <a:pt x="874910" y="0"/>
                  </a:lnTo>
                  <a:lnTo>
                    <a:pt x="874910" y="569487"/>
                  </a:lnTo>
                  <a:lnTo>
                    <a:pt x="0" y="5694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9" id="29"/>
            <p:cNvSpPr/>
            <p:nvPr/>
          </p:nvSpPr>
          <p:spPr>
            <a:xfrm flipH="false" flipV="false" rot="-2149470">
              <a:off x="329271" y="194080"/>
              <a:ext cx="810327" cy="455256"/>
            </a:xfrm>
            <a:custGeom>
              <a:avLst/>
              <a:gdLst/>
              <a:ahLst/>
              <a:cxnLst/>
              <a:rect r="r" b="b" t="t" l="l"/>
              <a:pathLst>
                <a:path h="455256" w="810327">
                  <a:moveTo>
                    <a:pt x="0" y="0"/>
                  </a:moveTo>
                  <a:lnTo>
                    <a:pt x="810327" y="0"/>
                  </a:lnTo>
                  <a:lnTo>
                    <a:pt x="810327" y="455256"/>
                  </a:lnTo>
                  <a:lnTo>
                    <a:pt x="0" y="4552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0"/>
          <a:srcRect l="0" t="0" r="0" b="0"/>
          <a:stretch>
            <a:fillRect/>
          </a:stretch>
        </p:blipFill>
        <p:spPr>
          <a:xfrm flipH="false" flipV="false" rot="0">
            <a:off x="8067114" y="1028700"/>
            <a:ext cx="10091183" cy="12109419"/>
          </a:xfrm>
          <a:prstGeom prst="rect">
            <a:avLst/>
          </a:prstGeom>
        </p:spPr>
      </p:pic>
      <p:grpSp>
        <p:nvGrpSpPr>
          <p:cNvPr name="Group 31" id="31"/>
          <p:cNvGrpSpPr/>
          <p:nvPr/>
        </p:nvGrpSpPr>
        <p:grpSpPr>
          <a:xfrm rot="0">
            <a:off x="8450589" y="8224755"/>
            <a:ext cx="7414076" cy="3086100"/>
            <a:chOff x="0" y="0"/>
            <a:chExt cx="1952678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52678" cy="812800"/>
            </a:xfrm>
            <a:custGeom>
              <a:avLst/>
              <a:gdLst/>
              <a:ahLst/>
              <a:cxnLst/>
              <a:rect r="r" b="b" t="t" l="l"/>
              <a:pathLst>
                <a:path h="812800" w="1952678">
                  <a:moveTo>
                    <a:pt x="0" y="0"/>
                  </a:moveTo>
                  <a:lnTo>
                    <a:pt x="1952678" y="0"/>
                  </a:lnTo>
                  <a:lnTo>
                    <a:pt x="1952678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57150"/>
              <a:ext cx="1952678" cy="86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12898566" y="7439903"/>
            <a:ext cx="10519462" cy="6143079"/>
          </a:xfrm>
          <a:custGeom>
            <a:avLst/>
            <a:gdLst/>
            <a:ahLst/>
            <a:cxnLst/>
            <a:rect r="r" b="b" t="t" l="l"/>
            <a:pathLst>
              <a:path h="6143079" w="10519462">
                <a:moveTo>
                  <a:pt x="0" y="0"/>
                </a:moveTo>
                <a:lnTo>
                  <a:pt x="10519461" y="0"/>
                </a:lnTo>
                <a:lnTo>
                  <a:pt x="10519461" y="6143078"/>
                </a:lnTo>
                <a:lnTo>
                  <a:pt x="0" y="614307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13016908" y="7143221"/>
            <a:ext cx="10282776" cy="6101665"/>
          </a:xfrm>
          <a:custGeom>
            <a:avLst/>
            <a:gdLst/>
            <a:ahLst/>
            <a:cxnLst/>
            <a:rect r="r" b="b" t="t" l="l"/>
            <a:pathLst>
              <a:path h="6101665" w="10282776">
                <a:moveTo>
                  <a:pt x="0" y="0"/>
                </a:moveTo>
                <a:lnTo>
                  <a:pt x="10282777" y="0"/>
                </a:lnTo>
                <a:lnTo>
                  <a:pt x="10282777" y="6101665"/>
                </a:lnTo>
                <a:lnTo>
                  <a:pt x="0" y="610166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alphaModFix amt="44999"/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-564668" y="5165399"/>
            <a:ext cx="20027401" cy="5152259"/>
          </a:xfrm>
          <a:custGeom>
            <a:avLst/>
            <a:gdLst/>
            <a:ahLst/>
            <a:cxnLst/>
            <a:rect r="r" b="b" t="t" l="l"/>
            <a:pathLst>
              <a:path h="5152259" w="20027401">
                <a:moveTo>
                  <a:pt x="0" y="0"/>
                </a:moveTo>
                <a:lnTo>
                  <a:pt x="20027401" y="0"/>
                </a:lnTo>
                <a:lnTo>
                  <a:pt x="20027401" y="5152258"/>
                </a:lnTo>
                <a:lnTo>
                  <a:pt x="0" y="5152258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-119217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6558299" y="8988449"/>
            <a:ext cx="656426" cy="656426"/>
          </a:xfrm>
          <a:custGeom>
            <a:avLst/>
            <a:gdLst/>
            <a:ahLst/>
            <a:cxnLst/>
            <a:rect r="r" b="b" t="t" l="l"/>
            <a:pathLst>
              <a:path h="656426" w="656426">
                <a:moveTo>
                  <a:pt x="0" y="0"/>
                </a:moveTo>
                <a:lnTo>
                  <a:pt x="656426" y="0"/>
                </a:lnTo>
                <a:lnTo>
                  <a:pt x="656426" y="656426"/>
                </a:lnTo>
                <a:lnTo>
                  <a:pt x="0" y="65642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8" id="38"/>
          <p:cNvSpPr/>
          <p:nvPr/>
        </p:nvSpPr>
        <p:spPr>
          <a:xfrm>
            <a:off x="3797501" y="9316662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AutoShape 39" id="39"/>
          <p:cNvSpPr/>
          <p:nvPr/>
        </p:nvSpPr>
        <p:spPr>
          <a:xfrm>
            <a:off x="16415155" y="4696304"/>
            <a:ext cx="942713" cy="0"/>
          </a:xfrm>
          <a:prstGeom prst="line">
            <a:avLst/>
          </a:prstGeom>
          <a:ln cap="flat" w="19050">
            <a:gradFill>
              <a:gsLst>
                <a:gs pos="0">
                  <a:srgbClr val="000E8D">
                    <a:alpha val="100000"/>
                  </a:srgbClr>
                </a:gs>
                <a:gs pos="100000">
                  <a:srgbClr val="000AFF">
                    <a:alpha val="100000"/>
                  </a:srgbClr>
                </a:gs>
              </a:gsLst>
              <a:lin ang="0"/>
            </a:gradFill>
            <a:prstDash val="solid"/>
            <a:headEnd type="none" len="sm" w="sm"/>
            <a:tailEnd type="none" len="sm" w="sm"/>
          </a:ln>
        </p:spPr>
      </p:sp>
      <p:sp>
        <p:nvSpPr>
          <p:cNvPr name="TextBox 40" id="40"/>
          <p:cNvSpPr txBox="true"/>
          <p:nvPr/>
        </p:nvSpPr>
        <p:spPr>
          <a:xfrm rot="0">
            <a:off x="8579857" y="430789"/>
            <a:ext cx="1128286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About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536689" y="430806"/>
            <a:ext cx="1537379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Contact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128069" y="430806"/>
            <a:ext cx="1537379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9"/>
              </a:lnSpc>
              <a:spcBef>
                <a:spcPct val="0"/>
              </a:spcBef>
            </a:pPr>
            <a:r>
              <a:rPr lang="en-US" b="true" sz="1999">
                <a:solidFill>
                  <a:srgbClr val="5170FF"/>
                </a:solidFill>
                <a:latin typeface="Poppins Bold"/>
                <a:ea typeface="Poppins Bold"/>
                <a:cs typeface="Poppins Bold"/>
                <a:sym typeface="Poppins Bold"/>
              </a:rPr>
              <a:t>Home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28700" y="449839"/>
            <a:ext cx="276880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i="true">
                <a:solidFill>
                  <a:srgbClr val="FFFFFF"/>
                </a:solidFill>
                <a:latin typeface="Anton Italics"/>
                <a:ea typeface="Anton Italics"/>
                <a:cs typeface="Anton Italics"/>
                <a:sym typeface="Anton Italics"/>
              </a:rPr>
              <a:t>DEEPDIVE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99711" y="9108716"/>
            <a:ext cx="2634387" cy="3587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Game Presentation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779890" y="7086071"/>
            <a:ext cx="7136278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9"/>
              </a:lnSpc>
              <a:spcBef>
                <a:spcPct val="0"/>
              </a:spcBef>
            </a:pPr>
            <a:r>
              <a:rPr lang="en-US" sz="1999" spc="15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YOUR ATTENTION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DAGyeZ3vifo</dc:identifier>
  <dcterms:modified xsi:type="dcterms:W3CDTF">2011-08-01T06:04:30Z</dcterms:modified>
  <cp:revision>1</cp:revision>
  <dc:title>Presentazione_DeepDive</dc:title>
</cp:coreProperties>
</file>